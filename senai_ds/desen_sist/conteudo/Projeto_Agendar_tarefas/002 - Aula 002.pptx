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56"/>
  </p:notesMasterIdLst>
  <p:sldIdLst>
    <p:sldId id="256" r:id="rId5"/>
    <p:sldId id="520" r:id="rId6"/>
    <p:sldId id="521" r:id="rId7"/>
    <p:sldId id="552" r:id="rId8"/>
    <p:sldId id="622" r:id="rId9"/>
    <p:sldId id="623" r:id="rId10"/>
    <p:sldId id="551" r:id="rId11"/>
    <p:sldId id="624" r:id="rId12"/>
    <p:sldId id="625" r:id="rId13"/>
    <p:sldId id="626" r:id="rId14"/>
    <p:sldId id="627" r:id="rId15"/>
    <p:sldId id="629" r:id="rId16"/>
    <p:sldId id="628" r:id="rId17"/>
    <p:sldId id="630" r:id="rId18"/>
    <p:sldId id="631" r:id="rId19"/>
    <p:sldId id="632" r:id="rId20"/>
    <p:sldId id="633" r:id="rId21"/>
    <p:sldId id="634" r:id="rId22"/>
    <p:sldId id="635" r:id="rId23"/>
    <p:sldId id="636" r:id="rId24"/>
    <p:sldId id="637" r:id="rId25"/>
    <p:sldId id="638" r:id="rId26"/>
    <p:sldId id="639" r:id="rId27"/>
    <p:sldId id="640" r:id="rId28"/>
    <p:sldId id="641" r:id="rId29"/>
    <p:sldId id="642" r:id="rId30"/>
    <p:sldId id="643" r:id="rId31"/>
    <p:sldId id="644" r:id="rId32"/>
    <p:sldId id="645" r:id="rId33"/>
    <p:sldId id="646" r:id="rId34"/>
    <p:sldId id="647" r:id="rId35"/>
    <p:sldId id="648" r:id="rId36"/>
    <p:sldId id="649" r:id="rId37"/>
    <p:sldId id="650" r:id="rId38"/>
    <p:sldId id="651" r:id="rId39"/>
    <p:sldId id="652" r:id="rId40"/>
    <p:sldId id="653" r:id="rId41"/>
    <p:sldId id="654" r:id="rId42"/>
    <p:sldId id="655" r:id="rId43"/>
    <p:sldId id="657" r:id="rId44"/>
    <p:sldId id="656" r:id="rId45"/>
    <p:sldId id="658" r:id="rId46"/>
    <p:sldId id="659" r:id="rId47"/>
    <p:sldId id="660" r:id="rId48"/>
    <p:sldId id="661" r:id="rId49"/>
    <p:sldId id="662" r:id="rId50"/>
    <p:sldId id="663" r:id="rId51"/>
    <p:sldId id="664" r:id="rId52"/>
    <p:sldId id="665" r:id="rId53"/>
    <p:sldId id="533" r:id="rId54"/>
    <p:sldId id="548" r:id="rId55"/>
  </p:sldIdLst>
  <p:sldSz cx="12192000" cy="6858000"/>
  <p:notesSz cx="6858000" cy="9144000"/>
  <p:embeddedFontLst>
    <p:embeddedFont>
      <p:font typeface="Aharoni" panose="02010803020104030203" pitchFamily="2" charset="-79"/>
      <p:bold r:id="rId57"/>
    </p:embeddedFont>
    <p:embeddedFont>
      <p:font typeface="Arial Black" panose="020B0A04020102020204" pitchFamily="34" charset="0"/>
      <p:bold r:id="rId58"/>
    </p:embeddedFont>
    <p:embeddedFont>
      <p:font typeface="Branding Black" panose="00000A00000000000000" charset="0"/>
      <p:bold r:id="rId5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CC00FF"/>
    <a:srgbClr val="0000CC"/>
    <a:srgbClr val="E7428F"/>
    <a:srgbClr val="00FF99"/>
    <a:srgbClr val="FF00FF"/>
    <a:srgbClr val="005CA8"/>
    <a:srgbClr val="14233C"/>
    <a:srgbClr val="14143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FF21AD-6F4F-41F7-8CB9-ADFA948295D1}" v="40" dt="2022-12-21T03:13:55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44" autoAdjust="0"/>
    <p:restoredTop sz="84967" autoAdjust="0"/>
  </p:normalViewPr>
  <p:slideViewPr>
    <p:cSldViewPr snapToGrid="0">
      <p:cViewPr varScale="1">
        <p:scale>
          <a:sx n="70" d="100"/>
          <a:sy n="70" d="100"/>
        </p:scale>
        <p:origin x="859" y="0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font" Target="fonts/font2.fntdata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3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1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Antonio Ferreira Stockler" userId="007d2b78-cea3-4ca4-898e-8086f6fb2937" providerId="ADAL" clId="{76D60CAD-22AB-47A5-B966-96DED5CEEB88}"/>
    <pc:docChg chg="undo custSel modSld">
      <pc:chgData name="Marco Antonio Ferreira Stockler" userId="007d2b78-cea3-4ca4-898e-8086f6fb2937" providerId="ADAL" clId="{76D60CAD-22AB-47A5-B966-96DED5CEEB88}" dt="2022-11-14T14:05:17.131" v="123"/>
      <pc:docMkLst>
        <pc:docMk/>
      </pc:docMkLst>
      <pc:sldChg chg="addSp delSp modSp mod">
        <pc:chgData name="Marco Antonio Ferreira Stockler" userId="007d2b78-cea3-4ca4-898e-8086f6fb2937" providerId="ADAL" clId="{76D60CAD-22AB-47A5-B966-96DED5CEEB88}" dt="2022-11-14T13:56:43.463" v="37" actId="478"/>
        <pc:sldMkLst>
          <pc:docMk/>
          <pc:sldMk cId="2374493732" sldId="256"/>
        </pc:sldMkLst>
        <pc:spChg chg="add del mod">
          <ac:chgData name="Marco Antonio Ferreira Stockler" userId="007d2b78-cea3-4ca4-898e-8086f6fb2937" providerId="ADAL" clId="{76D60CAD-22AB-47A5-B966-96DED5CEEB88}" dt="2022-11-14T13:56:43.463" v="37" actId="478"/>
          <ac:spMkLst>
            <pc:docMk/>
            <pc:sldMk cId="2374493732" sldId="256"/>
            <ac:spMk id="8" creationId="{58428B4F-F291-AD86-12B1-8A14F09C025E}"/>
          </ac:spMkLst>
        </pc:spChg>
        <pc:picChg chg="add mod">
          <ac:chgData name="Marco Antonio Ferreira Stockler" userId="007d2b78-cea3-4ca4-898e-8086f6fb2937" providerId="ADAL" clId="{76D60CAD-22AB-47A5-B966-96DED5CEEB88}" dt="2022-11-14T13:54:57.530" v="11" actId="1076"/>
          <ac:picMkLst>
            <pc:docMk/>
            <pc:sldMk cId="2374493732" sldId="256"/>
            <ac:picMk id="3" creationId="{4EDCE49E-B481-38AE-229F-A039C58589FF}"/>
          </ac:picMkLst>
        </pc:picChg>
        <pc:picChg chg="mod">
          <ac:chgData name="Marco Antonio Ferreira Stockler" userId="007d2b78-cea3-4ca4-898e-8086f6fb2937" providerId="ADAL" clId="{76D60CAD-22AB-47A5-B966-96DED5CEEB88}" dt="2022-11-14T13:56:00.520" v="26" actId="1076"/>
          <ac:picMkLst>
            <pc:docMk/>
            <pc:sldMk cId="2374493732" sldId="256"/>
            <ac:picMk id="5" creationId="{8C6A0833-91DC-45B9-A758-824340ACCF6F}"/>
          </ac:picMkLst>
        </pc:picChg>
        <pc:picChg chg="del">
          <ac:chgData name="Marco Antonio Ferreira Stockler" userId="007d2b78-cea3-4ca4-898e-8086f6fb2937" providerId="ADAL" clId="{76D60CAD-22AB-47A5-B966-96DED5CEEB88}" dt="2022-11-14T13:54:43.893" v="7" actId="478"/>
          <ac:picMkLst>
            <pc:docMk/>
            <pc:sldMk cId="2374493732" sldId="256"/>
            <ac:picMk id="6" creationId="{774513E6-568E-65DD-C099-0F264BF0DC22}"/>
          </ac:picMkLst>
        </pc:picChg>
        <pc:picChg chg="add mod">
          <ac:chgData name="Marco Antonio Ferreira Stockler" userId="007d2b78-cea3-4ca4-898e-8086f6fb2937" providerId="ADAL" clId="{76D60CAD-22AB-47A5-B966-96DED5CEEB88}" dt="2022-11-14T13:56:40.708" v="35" actId="1076"/>
          <ac:picMkLst>
            <pc:docMk/>
            <pc:sldMk cId="2374493732" sldId="256"/>
            <ac:picMk id="7" creationId="{CD3E725A-7D3A-24D9-67B8-CA78283370A2}"/>
          </ac:picMkLst>
        </pc:picChg>
        <pc:picChg chg="mod">
          <ac:chgData name="Marco Antonio Ferreira Stockler" userId="007d2b78-cea3-4ca4-898e-8086f6fb2937" providerId="ADAL" clId="{76D60CAD-22AB-47A5-B966-96DED5CEEB88}" dt="2022-11-14T13:55:02.465" v="12" actId="1076"/>
          <ac:picMkLst>
            <pc:docMk/>
            <pc:sldMk cId="2374493732" sldId="256"/>
            <ac:picMk id="25" creationId="{99259C4F-44DB-4F28-B050-2EE4A3DB24D1}"/>
          </ac:picMkLst>
        </pc:picChg>
        <pc:picChg chg="del">
          <ac:chgData name="Marco Antonio Ferreira Stockler" userId="007d2b78-cea3-4ca4-898e-8086f6fb2937" providerId="ADAL" clId="{76D60CAD-22AB-47A5-B966-96DED5CEEB88}" dt="2022-11-14T13:55:58.143" v="24" actId="478"/>
          <ac:picMkLst>
            <pc:docMk/>
            <pc:sldMk cId="2374493732" sldId="256"/>
            <ac:picMk id="53" creationId="{B79EBBBA-6711-4A4A-A1CB-57FC08BC1C2E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26.979" v="59" actId="1076"/>
        <pc:sldMkLst>
          <pc:docMk/>
          <pc:sldMk cId="4130568784" sldId="258"/>
        </pc:sldMkLst>
        <pc:picChg chg="add mod">
          <ac:chgData name="Marco Antonio Ferreira Stockler" userId="007d2b78-cea3-4ca4-898e-8086f6fb2937" providerId="ADAL" clId="{76D60CAD-22AB-47A5-B966-96DED5CEEB88}" dt="2022-11-14T14:02:26.979" v="59" actId="1076"/>
          <ac:picMkLst>
            <pc:docMk/>
            <pc:sldMk cId="4130568784" sldId="258"/>
            <ac:picMk id="2" creationId="{C44CE734-CD01-FC0A-6D54-8DCF9D63EE2D}"/>
          </ac:picMkLst>
        </pc:picChg>
        <pc:picChg chg="del">
          <ac:chgData name="Marco Antonio Ferreira Stockler" userId="007d2b78-cea3-4ca4-898e-8086f6fb2937" providerId="ADAL" clId="{76D60CAD-22AB-47A5-B966-96DED5CEEB88}" dt="2022-11-14T14:02:22.482" v="58" actId="478"/>
          <ac:picMkLst>
            <pc:docMk/>
            <pc:sldMk cId="4130568784" sldId="258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40.022" v="63"/>
        <pc:sldMkLst>
          <pc:docMk/>
          <pc:sldMk cId="472279244" sldId="259"/>
        </pc:sldMkLst>
        <pc:picChg chg="add mod">
          <ac:chgData name="Marco Antonio Ferreira Stockler" userId="007d2b78-cea3-4ca4-898e-8086f6fb2937" providerId="ADAL" clId="{76D60CAD-22AB-47A5-B966-96DED5CEEB88}" dt="2022-11-14T14:02:40.022" v="63"/>
          <ac:picMkLst>
            <pc:docMk/>
            <pc:sldMk cId="472279244" sldId="259"/>
            <ac:picMk id="2" creationId="{E1662D9C-42B1-4587-0818-D5A66A4B6B9D}"/>
          </ac:picMkLst>
        </pc:picChg>
        <pc:picChg chg="del">
          <ac:chgData name="Marco Antonio Ferreira Stockler" userId="007d2b78-cea3-4ca4-898e-8086f6fb2937" providerId="ADAL" clId="{76D60CAD-22AB-47A5-B966-96DED5CEEB88}" dt="2022-11-14T14:02:39.170" v="62" actId="478"/>
          <ac:picMkLst>
            <pc:docMk/>
            <pc:sldMk cId="472279244" sldId="259"/>
            <ac:picMk id="25" creationId="{53318D9E-25C7-44FE-9EF2-2327179961E2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34.482" v="61"/>
        <pc:sldMkLst>
          <pc:docMk/>
          <pc:sldMk cId="570358810" sldId="260"/>
        </pc:sldMkLst>
        <pc:picChg chg="add mod">
          <ac:chgData name="Marco Antonio Ferreira Stockler" userId="007d2b78-cea3-4ca4-898e-8086f6fb2937" providerId="ADAL" clId="{76D60CAD-22AB-47A5-B966-96DED5CEEB88}" dt="2022-11-14T14:02:34.482" v="61"/>
          <ac:picMkLst>
            <pc:docMk/>
            <pc:sldMk cId="570358810" sldId="260"/>
            <ac:picMk id="2" creationId="{012EE948-FC63-F9F8-51E8-E615E493A538}"/>
          </ac:picMkLst>
        </pc:picChg>
        <pc:picChg chg="del">
          <ac:chgData name="Marco Antonio Ferreira Stockler" userId="007d2b78-cea3-4ca4-898e-8086f6fb2937" providerId="ADAL" clId="{76D60CAD-22AB-47A5-B966-96DED5CEEB88}" dt="2022-11-14T14:02:33.672" v="60" actId="478"/>
          <ac:picMkLst>
            <pc:docMk/>
            <pc:sldMk cId="570358810" sldId="260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44.882" v="65"/>
        <pc:sldMkLst>
          <pc:docMk/>
          <pc:sldMk cId="1598346414" sldId="261"/>
        </pc:sldMkLst>
        <pc:picChg chg="add mod">
          <ac:chgData name="Marco Antonio Ferreira Stockler" userId="007d2b78-cea3-4ca4-898e-8086f6fb2937" providerId="ADAL" clId="{76D60CAD-22AB-47A5-B966-96DED5CEEB88}" dt="2022-11-14T14:02:44.882" v="65"/>
          <ac:picMkLst>
            <pc:docMk/>
            <pc:sldMk cId="1598346414" sldId="261"/>
            <ac:picMk id="2" creationId="{A7544508-EB0C-99BF-D804-40BA830C38E4}"/>
          </ac:picMkLst>
        </pc:picChg>
        <pc:picChg chg="del">
          <ac:chgData name="Marco Antonio Ferreira Stockler" userId="007d2b78-cea3-4ca4-898e-8086f6fb2937" providerId="ADAL" clId="{76D60CAD-22AB-47A5-B966-96DED5CEEB88}" dt="2022-11-14T14:02:44.082" v="64" actId="478"/>
          <ac:picMkLst>
            <pc:docMk/>
            <pc:sldMk cId="1598346414" sldId="261"/>
            <ac:picMk id="20" creationId="{4F913892-DF2D-4178-A378-BB5A2D337E3F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30.132" v="81"/>
        <pc:sldMkLst>
          <pc:docMk/>
          <pc:sldMk cId="3025421287" sldId="263"/>
        </pc:sldMkLst>
        <pc:picChg chg="add mod">
          <ac:chgData name="Marco Antonio Ferreira Stockler" userId="007d2b78-cea3-4ca4-898e-8086f6fb2937" providerId="ADAL" clId="{76D60CAD-22AB-47A5-B966-96DED5CEEB88}" dt="2022-11-14T14:03:30.132" v="81"/>
          <ac:picMkLst>
            <pc:docMk/>
            <pc:sldMk cId="3025421287" sldId="263"/>
            <ac:picMk id="2" creationId="{366E73F8-F885-DEDF-63F5-20FC1C5EF39F}"/>
          </ac:picMkLst>
        </pc:picChg>
        <pc:picChg chg="del">
          <ac:chgData name="Marco Antonio Ferreira Stockler" userId="007d2b78-cea3-4ca4-898e-8086f6fb2937" providerId="ADAL" clId="{76D60CAD-22AB-47A5-B966-96DED5CEEB88}" dt="2022-11-14T14:03:29.362" v="80" actId="478"/>
          <ac:picMkLst>
            <pc:docMk/>
            <pc:sldMk cId="3025421287" sldId="263"/>
            <ac:picMk id="37" creationId="{95FB1322-4962-4312-A295-F3CC1513DFDE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53.706" v="69"/>
        <pc:sldMkLst>
          <pc:docMk/>
          <pc:sldMk cId="2128335644" sldId="264"/>
        </pc:sldMkLst>
        <pc:picChg chg="add mod">
          <ac:chgData name="Marco Antonio Ferreira Stockler" userId="007d2b78-cea3-4ca4-898e-8086f6fb2937" providerId="ADAL" clId="{76D60CAD-22AB-47A5-B966-96DED5CEEB88}" dt="2022-11-14T14:02:53.706" v="69"/>
          <ac:picMkLst>
            <pc:docMk/>
            <pc:sldMk cId="2128335644" sldId="264"/>
            <ac:picMk id="2" creationId="{85F8A5B5-8436-5164-3EE9-B8EFE7CE9F0A}"/>
          </ac:picMkLst>
        </pc:picChg>
        <pc:picChg chg="del">
          <ac:chgData name="Marco Antonio Ferreira Stockler" userId="007d2b78-cea3-4ca4-898e-8086f6fb2937" providerId="ADAL" clId="{76D60CAD-22AB-47A5-B966-96DED5CEEB88}" dt="2022-11-14T14:02:52.922" v="68" actId="478"/>
          <ac:picMkLst>
            <pc:docMk/>
            <pc:sldMk cId="2128335644" sldId="264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49.252" v="67"/>
        <pc:sldMkLst>
          <pc:docMk/>
          <pc:sldMk cId="2019981171" sldId="265"/>
        </pc:sldMkLst>
        <pc:picChg chg="add mod">
          <ac:chgData name="Marco Antonio Ferreira Stockler" userId="007d2b78-cea3-4ca4-898e-8086f6fb2937" providerId="ADAL" clId="{76D60CAD-22AB-47A5-B966-96DED5CEEB88}" dt="2022-11-14T14:02:49.252" v="67"/>
          <ac:picMkLst>
            <pc:docMk/>
            <pc:sldMk cId="2019981171" sldId="265"/>
            <ac:picMk id="6" creationId="{EE95EBCC-3398-FA2A-36E4-65CF78C31124}"/>
          </ac:picMkLst>
        </pc:picChg>
        <pc:picChg chg="del">
          <ac:chgData name="Marco Antonio Ferreira Stockler" userId="007d2b78-cea3-4ca4-898e-8086f6fb2937" providerId="ADAL" clId="{76D60CAD-22AB-47A5-B966-96DED5CEEB88}" dt="2022-11-14T14:02:48.412" v="66" actId="478"/>
          <ac:picMkLst>
            <pc:docMk/>
            <pc:sldMk cId="2019981171" sldId="265"/>
            <ac:picMk id="15" creationId="{9A12958E-05C8-4E4C-9D05-050E8EED5A47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13.412" v="99"/>
        <pc:sldMkLst>
          <pc:docMk/>
          <pc:sldMk cId="1414862730" sldId="266"/>
        </pc:sldMkLst>
        <pc:picChg chg="add mod">
          <ac:chgData name="Marco Antonio Ferreira Stockler" userId="007d2b78-cea3-4ca4-898e-8086f6fb2937" providerId="ADAL" clId="{76D60CAD-22AB-47A5-B966-96DED5CEEB88}" dt="2022-11-14T14:04:13.412" v="99"/>
          <ac:picMkLst>
            <pc:docMk/>
            <pc:sldMk cId="1414862730" sldId="266"/>
            <ac:picMk id="2" creationId="{991171A6-12C4-B60C-A867-EFE7392EEC27}"/>
          </ac:picMkLst>
        </pc:picChg>
        <pc:picChg chg="del">
          <ac:chgData name="Marco Antonio Ferreira Stockler" userId="007d2b78-cea3-4ca4-898e-8086f6fb2937" providerId="ADAL" clId="{76D60CAD-22AB-47A5-B966-96DED5CEEB88}" dt="2022-11-14T14:04:12.932" v="98" actId="478"/>
          <ac:picMkLst>
            <pc:docMk/>
            <pc:sldMk cId="1414862730" sldId="266"/>
            <ac:picMk id="15" creationId="{9A12958E-05C8-4E4C-9D05-050E8EED5A47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58.227" v="71"/>
        <pc:sldMkLst>
          <pc:docMk/>
          <pc:sldMk cId="2698162779" sldId="267"/>
        </pc:sldMkLst>
        <pc:picChg chg="add mod">
          <ac:chgData name="Marco Antonio Ferreira Stockler" userId="007d2b78-cea3-4ca4-898e-8086f6fb2937" providerId="ADAL" clId="{76D60CAD-22AB-47A5-B966-96DED5CEEB88}" dt="2022-11-14T14:02:58.227" v="71"/>
          <ac:picMkLst>
            <pc:docMk/>
            <pc:sldMk cId="2698162779" sldId="267"/>
            <ac:picMk id="2" creationId="{A8B9B367-0EE1-9B4C-0596-65EFD1316D84}"/>
          </ac:picMkLst>
        </pc:picChg>
        <pc:picChg chg="del">
          <ac:chgData name="Marco Antonio Ferreira Stockler" userId="007d2b78-cea3-4ca4-898e-8086f6fb2937" providerId="ADAL" clId="{76D60CAD-22AB-47A5-B966-96DED5CEEB88}" dt="2022-11-14T14:02:57.392" v="70" actId="478"/>
          <ac:picMkLst>
            <pc:docMk/>
            <pc:sldMk cId="2698162779" sldId="267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07.132" v="73"/>
        <pc:sldMkLst>
          <pc:docMk/>
          <pc:sldMk cId="3537745814" sldId="268"/>
        </pc:sldMkLst>
        <pc:picChg chg="add mod">
          <ac:chgData name="Marco Antonio Ferreira Stockler" userId="007d2b78-cea3-4ca4-898e-8086f6fb2937" providerId="ADAL" clId="{76D60CAD-22AB-47A5-B966-96DED5CEEB88}" dt="2022-11-14T14:03:07.132" v="73"/>
          <ac:picMkLst>
            <pc:docMk/>
            <pc:sldMk cId="3537745814" sldId="268"/>
            <ac:picMk id="2" creationId="{6571A94B-DCBF-7180-3CA9-A37B44EBFD3B}"/>
          </ac:picMkLst>
        </pc:picChg>
        <pc:picChg chg="del">
          <ac:chgData name="Marco Antonio Ferreira Stockler" userId="007d2b78-cea3-4ca4-898e-8086f6fb2937" providerId="ADAL" clId="{76D60CAD-22AB-47A5-B966-96DED5CEEB88}" dt="2022-11-14T14:03:06.360" v="72" actId="478"/>
          <ac:picMkLst>
            <pc:docMk/>
            <pc:sldMk cId="3537745814" sldId="268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12.782" v="75"/>
        <pc:sldMkLst>
          <pc:docMk/>
          <pc:sldMk cId="2095161010" sldId="269"/>
        </pc:sldMkLst>
        <pc:picChg chg="add mod">
          <ac:chgData name="Marco Antonio Ferreira Stockler" userId="007d2b78-cea3-4ca4-898e-8086f6fb2937" providerId="ADAL" clId="{76D60CAD-22AB-47A5-B966-96DED5CEEB88}" dt="2022-11-14T14:03:12.782" v="75"/>
          <ac:picMkLst>
            <pc:docMk/>
            <pc:sldMk cId="2095161010" sldId="269"/>
            <ac:picMk id="2" creationId="{1A1DF07D-3163-9292-AB08-C8EE99F07FFF}"/>
          </ac:picMkLst>
        </pc:picChg>
        <pc:picChg chg="del">
          <ac:chgData name="Marco Antonio Ferreira Stockler" userId="007d2b78-cea3-4ca4-898e-8086f6fb2937" providerId="ADAL" clId="{76D60CAD-22AB-47A5-B966-96DED5CEEB88}" dt="2022-11-14T14:03:11.965" v="74" actId="478"/>
          <ac:picMkLst>
            <pc:docMk/>
            <pc:sldMk cId="2095161010" sldId="269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22.335" v="77"/>
        <pc:sldMkLst>
          <pc:docMk/>
          <pc:sldMk cId="984936488" sldId="270"/>
        </pc:sldMkLst>
        <pc:picChg chg="add mod">
          <ac:chgData name="Marco Antonio Ferreira Stockler" userId="007d2b78-cea3-4ca4-898e-8086f6fb2937" providerId="ADAL" clId="{76D60CAD-22AB-47A5-B966-96DED5CEEB88}" dt="2022-11-14T14:03:22.335" v="77"/>
          <ac:picMkLst>
            <pc:docMk/>
            <pc:sldMk cId="984936488" sldId="270"/>
            <ac:picMk id="2" creationId="{C98989CA-81AD-62E6-D81E-0ECEE356EA57}"/>
          </ac:picMkLst>
        </pc:picChg>
        <pc:picChg chg="del">
          <ac:chgData name="Marco Antonio Ferreira Stockler" userId="007d2b78-cea3-4ca4-898e-8086f6fb2937" providerId="ADAL" clId="{76D60CAD-22AB-47A5-B966-96DED5CEEB88}" dt="2022-11-14T14:03:21.562" v="76" actId="478"/>
          <ac:picMkLst>
            <pc:docMk/>
            <pc:sldMk cId="984936488" sldId="270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35.303" v="83"/>
        <pc:sldMkLst>
          <pc:docMk/>
          <pc:sldMk cId="3228403919" sldId="272"/>
        </pc:sldMkLst>
        <pc:picChg chg="add mod">
          <ac:chgData name="Marco Antonio Ferreira Stockler" userId="007d2b78-cea3-4ca4-898e-8086f6fb2937" providerId="ADAL" clId="{76D60CAD-22AB-47A5-B966-96DED5CEEB88}" dt="2022-11-14T14:03:35.303" v="83"/>
          <ac:picMkLst>
            <pc:docMk/>
            <pc:sldMk cId="3228403919" sldId="272"/>
            <ac:picMk id="2" creationId="{DAEB0B76-5D87-FAD3-3DF5-A2F754BB9781}"/>
          </ac:picMkLst>
        </pc:picChg>
        <pc:picChg chg="del">
          <ac:chgData name="Marco Antonio Ferreira Stockler" userId="007d2b78-cea3-4ca4-898e-8086f6fb2937" providerId="ADAL" clId="{76D60CAD-22AB-47A5-B966-96DED5CEEB88}" dt="2022-11-14T14:03:34.602" v="82" actId="478"/>
          <ac:picMkLst>
            <pc:docMk/>
            <pc:sldMk cId="3228403919" sldId="272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39.982" v="85"/>
        <pc:sldMkLst>
          <pc:docMk/>
          <pc:sldMk cId="3341564460" sldId="273"/>
        </pc:sldMkLst>
        <pc:picChg chg="add mod">
          <ac:chgData name="Marco Antonio Ferreira Stockler" userId="007d2b78-cea3-4ca4-898e-8086f6fb2937" providerId="ADAL" clId="{76D60CAD-22AB-47A5-B966-96DED5CEEB88}" dt="2022-11-14T14:03:39.982" v="85"/>
          <ac:picMkLst>
            <pc:docMk/>
            <pc:sldMk cId="3341564460" sldId="273"/>
            <ac:picMk id="2" creationId="{931D8373-C6B5-E93C-D8FA-4BB6EFA9C671}"/>
          </ac:picMkLst>
        </pc:picChg>
        <pc:picChg chg="del">
          <ac:chgData name="Marco Antonio Ferreira Stockler" userId="007d2b78-cea3-4ca4-898e-8086f6fb2937" providerId="ADAL" clId="{76D60CAD-22AB-47A5-B966-96DED5CEEB88}" dt="2022-11-14T14:03:39.265" v="84" actId="478"/>
          <ac:picMkLst>
            <pc:docMk/>
            <pc:sldMk cId="3341564460" sldId="273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45.009" v="87"/>
        <pc:sldMkLst>
          <pc:docMk/>
          <pc:sldMk cId="906642958" sldId="274"/>
        </pc:sldMkLst>
        <pc:picChg chg="add mod">
          <ac:chgData name="Marco Antonio Ferreira Stockler" userId="007d2b78-cea3-4ca4-898e-8086f6fb2937" providerId="ADAL" clId="{76D60CAD-22AB-47A5-B966-96DED5CEEB88}" dt="2022-11-14T14:03:45.009" v="87"/>
          <ac:picMkLst>
            <pc:docMk/>
            <pc:sldMk cId="906642958" sldId="274"/>
            <ac:picMk id="3" creationId="{3F8BCE74-3C6C-A5C2-A633-92EF7CA2E510}"/>
          </ac:picMkLst>
        </pc:picChg>
        <pc:picChg chg="del">
          <ac:chgData name="Marco Antonio Ferreira Stockler" userId="007d2b78-cea3-4ca4-898e-8086f6fb2937" providerId="ADAL" clId="{76D60CAD-22AB-47A5-B966-96DED5CEEB88}" dt="2022-11-14T14:03:44.272" v="86" actId="478"/>
          <ac:picMkLst>
            <pc:docMk/>
            <pc:sldMk cId="906642958" sldId="274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55.462" v="91"/>
        <pc:sldMkLst>
          <pc:docMk/>
          <pc:sldMk cId="3482342652" sldId="275"/>
        </pc:sldMkLst>
        <pc:picChg chg="add mod">
          <ac:chgData name="Marco Antonio Ferreira Stockler" userId="007d2b78-cea3-4ca4-898e-8086f6fb2937" providerId="ADAL" clId="{76D60CAD-22AB-47A5-B966-96DED5CEEB88}" dt="2022-11-14T14:03:55.462" v="91"/>
          <ac:picMkLst>
            <pc:docMk/>
            <pc:sldMk cId="3482342652" sldId="275"/>
            <ac:picMk id="3" creationId="{B337E91B-75EC-9B0A-0439-825447D03F77}"/>
          </ac:picMkLst>
        </pc:picChg>
        <pc:picChg chg="del">
          <ac:chgData name="Marco Antonio Ferreira Stockler" userId="007d2b78-cea3-4ca4-898e-8086f6fb2937" providerId="ADAL" clId="{76D60CAD-22AB-47A5-B966-96DED5CEEB88}" dt="2022-11-14T14:03:54.732" v="90" actId="478"/>
          <ac:picMkLst>
            <pc:docMk/>
            <pc:sldMk cId="3482342652" sldId="275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09.932" v="97"/>
        <pc:sldMkLst>
          <pc:docMk/>
          <pc:sldMk cId="2222409336" sldId="276"/>
        </pc:sldMkLst>
        <pc:picChg chg="add mod">
          <ac:chgData name="Marco Antonio Ferreira Stockler" userId="007d2b78-cea3-4ca4-898e-8086f6fb2937" providerId="ADAL" clId="{76D60CAD-22AB-47A5-B966-96DED5CEEB88}" dt="2022-11-14T14:04:09.932" v="97"/>
          <ac:picMkLst>
            <pc:docMk/>
            <pc:sldMk cId="2222409336" sldId="276"/>
            <ac:picMk id="2" creationId="{7D36B8AC-9F8E-B280-4E1E-FC3A339EC024}"/>
          </ac:picMkLst>
        </pc:picChg>
        <pc:picChg chg="del">
          <ac:chgData name="Marco Antonio Ferreira Stockler" userId="007d2b78-cea3-4ca4-898e-8086f6fb2937" providerId="ADAL" clId="{76D60CAD-22AB-47A5-B966-96DED5CEEB88}" dt="2022-11-14T14:04:09.202" v="96" actId="478"/>
          <ac:picMkLst>
            <pc:docMk/>
            <pc:sldMk cId="2222409336" sldId="276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34.662" v="107"/>
        <pc:sldMkLst>
          <pc:docMk/>
          <pc:sldMk cId="854883647" sldId="278"/>
        </pc:sldMkLst>
        <pc:picChg chg="add mod">
          <ac:chgData name="Marco Antonio Ferreira Stockler" userId="007d2b78-cea3-4ca4-898e-8086f6fb2937" providerId="ADAL" clId="{76D60CAD-22AB-47A5-B966-96DED5CEEB88}" dt="2022-11-14T14:04:34.662" v="107"/>
          <ac:picMkLst>
            <pc:docMk/>
            <pc:sldMk cId="854883647" sldId="278"/>
            <ac:picMk id="3" creationId="{58FE3054-E97D-F467-B493-80791EB9A8E9}"/>
          </ac:picMkLst>
        </pc:picChg>
        <pc:picChg chg="del">
          <ac:chgData name="Marco Antonio Ferreira Stockler" userId="007d2b78-cea3-4ca4-898e-8086f6fb2937" providerId="ADAL" clId="{76D60CAD-22AB-47A5-B966-96DED5CEEB88}" dt="2022-11-14T14:04:33.942" v="106" actId="478"/>
          <ac:picMkLst>
            <pc:docMk/>
            <pc:sldMk cId="854883647" sldId="278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25.627" v="103"/>
        <pc:sldMkLst>
          <pc:docMk/>
          <pc:sldMk cId="4060687447" sldId="279"/>
        </pc:sldMkLst>
        <pc:picChg chg="add mod">
          <ac:chgData name="Marco Antonio Ferreira Stockler" userId="007d2b78-cea3-4ca4-898e-8086f6fb2937" providerId="ADAL" clId="{76D60CAD-22AB-47A5-B966-96DED5CEEB88}" dt="2022-11-14T14:04:25.627" v="103"/>
          <ac:picMkLst>
            <pc:docMk/>
            <pc:sldMk cId="4060687447" sldId="279"/>
            <ac:picMk id="3" creationId="{8017D479-116F-F92E-4FAD-3D959C28EC05}"/>
          </ac:picMkLst>
        </pc:picChg>
        <pc:picChg chg="del">
          <ac:chgData name="Marco Antonio Ferreira Stockler" userId="007d2b78-cea3-4ca4-898e-8086f6fb2937" providerId="ADAL" clId="{76D60CAD-22AB-47A5-B966-96DED5CEEB88}" dt="2022-11-14T14:04:24.882" v="102" actId="478"/>
          <ac:picMkLst>
            <pc:docMk/>
            <pc:sldMk cId="4060687447" sldId="279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30.102" v="105"/>
        <pc:sldMkLst>
          <pc:docMk/>
          <pc:sldMk cId="1337485278" sldId="280"/>
        </pc:sldMkLst>
        <pc:picChg chg="add mod">
          <ac:chgData name="Marco Antonio Ferreira Stockler" userId="007d2b78-cea3-4ca4-898e-8086f6fb2937" providerId="ADAL" clId="{76D60CAD-22AB-47A5-B966-96DED5CEEB88}" dt="2022-11-14T14:04:30.102" v="105"/>
          <ac:picMkLst>
            <pc:docMk/>
            <pc:sldMk cId="1337485278" sldId="280"/>
            <ac:picMk id="3" creationId="{2F750419-C8A2-5370-BB70-EF5BFBFEE0C2}"/>
          </ac:picMkLst>
        </pc:picChg>
        <pc:picChg chg="del">
          <ac:chgData name="Marco Antonio Ferreira Stockler" userId="007d2b78-cea3-4ca4-898e-8086f6fb2937" providerId="ADAL" clId="{76D60CAD-22AB-47A5-B966-96DED5CEEB88}" dt="2022-11-14T14:04:29.352" v="104" actId="478"/>
          <ac:picMkLst>
            <pc:docMk/>
            <pc:sldMk cId="1337485278" sldId="280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39.162" v="109"/>
        <pc:sldMkLst>
          <pc:docMk/>
          <pc:sldMk cId="290528325" sldId="281"/>
        </pc:sldMkLst>
        <pc:picChg chg="add mod">
          <ac:chgData name="Marco Antonio Ferreira Stockler" userId="007d2b78-cea3-4ca4-898e-8086f6fb2937" providerId="ADAL" clId="{76D60CAD-22AB-47A5-B966-96DED5CEEB88}" dt="2022-11-14T14:04:39.162" v="109"/>
          <ac:picMkLst>
            <pc:docMk/>
            <pc:sldMk cId="290528325" sldId="281"/>
            <ac:picMk id="3" creationId="{0B835006-F2B4-9075-6B3A-B304F814B89A}"/>
          </ac:picMkLst>
        </pc:picChg>
        <pc:picChg chg="del">
          <ac:chgData name="Marco Antonio Ferreira Stockler" userId="007d2b78-cea3-4ca4-898e-8086f6fb2937" providerId="ADAL" clId="{76D60CAD-22AB-47A5-B966-96DED5CEEB88}" dt="2022-11-14T14:04:38.393" v="108" actId="478"/>
          <ac:picMkLst>
            <pc:docMk/>
            <pc:sldMk cId="290528325" sldId="281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43.125" v="111"/>
        <pc:sldMkLst>
          <pc:docMk/>
          <pc:sldMk cId="1680312990" sldId="282"/>
        </pc:sldMkLst>
        <pc:picChg chg="add mod">
          <ac:chgData name="Marco Antonio Ferreira Stockler" userId="007d2b78-cea3-4ca4-898e-8086f6fb2937" providerId="ADAL" clId="{76D60CAD-22AB-47A5-B966-96DED5CEEB88}" dt="2022-11-14T14:04:43.125" v="111"/>
          <ac:picMkLst>
            <pc:docMk/>
            <pc:sldMk cId="1680312990" sldId="282"/>
            <ac:picMk id="3" creationId="{6A307FF4-0FAE-5B70-3DC2-F437473CDE53}"/>
          </ac:picMkLst>
        </pc:picChg>
        <pc:picChg chg="del">
          <ac:chgData name="Marco Antonio Ferreira Stockler" userId="007d2b78-cea3-4ca4-898e-8086f6fb2937" providerId="ADAL" clId="{76D60CAD-22AB-47A5-B966-96DED5CEEB88}" dt="2022-11-14T14:04:42.407" v="110" actId="478"/>
          <ac:picMkLst>
            <pc:docMk/>
            <pc:sldMk cId="1680312990" sldId="282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47.162" v="113"/>
        <pc:sldMkLst>
          <pc:docMk/>
          <pc:sldMk cId="234708267" sldId="283"/>
        </pc:sldMkLst>
        <pc:picChg chg="add mod">
          <ac:chgData name="Marco Antonio Ferreira Stockler" userId="007d2b78-cea3-4ca4-898e-8086f6fb2937" providerId="ADAL" clId="{76D60CAD-22AB-47A5-B966-96DED5CEEB88}" dt="2022-11-14T14:04:47.162" v="113"/>
          <ac:picMkLst>
            <pc:docMk/>
            <pc:sldMk cId="234708267" sldId="283"/>
            <ac:picMk id="3" creationId="{4F1BD6B0-F52A-F1A0-4714-29B74F4F93EA}"/>
          </ac:picMkLst>
        </pc:picChg>
        <pc:picChg chg="del">
          <ac:chgData name="Marco Antonio Ferreira Stockler" userId="007d2b78-cea3-4ca4-898e-8086f6fb2937" providerId="ADAL" clId="{76D60CAD-22AB-47A5-B966-96DED5CEEB88}" dt="2022-11-14T14:04:46.472" v="112" actId="478"/>
          <ac:picMkLst>
            <pc:docMk/>
            <pc:sldMk cId="234708267" sldId="283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52.014" v="115"/>
        <pc:sldMkLst>
          <pc:docMk/>
          <pc:sldMk cId="3901731523" sldId="284"/>
        </pc:sldMkLst>
        <pc:picChg chg="add mod">
          <ac:chgData name="Marco Antonio Ferreira Stockler" userId="007d2b78-cea3-4ca4-898e-8086f6fb2937" providerId="ADAL" clId="{76D60CAD-22AB-47A5-B966-96DED5CEEB88}" dt="2022-11-14T14:04:52.014" v="115"/>
          <ac:picMkLst>
            <pc:docMk/>
            <pc:sldMk cId="3901731523" sldId="284"/>
            <ac:picMk id="2" creationId="{1D3E7402-CF96-CCAF-2B89-144ED45DD27E}"/>
          </ac:picMkLst>
        </pc:picChg>
        <pc:picChg chg="del">
          <ac:chgData name="Marco Antonio Ferreira Stockler" userId="007d2b78-cea3-4ca4-898e-8086f6fb2937" providerId="ADAL" clId="{76D60CAD-22AB-47A5-B966-96DED5CEEB88}" dt="2022-11-14T14:04:51.272" v="114" actId="478"/>
          <ac:picMkLst>
            <pc:docMk/>
            <pc:sldMk cId="3901731523" sldId="284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0:31.906" v="52" actId="1037"/>
        <pc:sldMkLst>
          <pc:docMk/>
          <pc:sldMk cId="2674141166" sldId="285"/>
        </pc:sldMkLst>
        <pc:picChg chg="add mod">
          <ac:chgData name="Marco Antonio Ferreira Stockler" userId="007d2b78-cea3-4ca4-898e-8086f6fb2937" providerId="ADAL" clId="{76D60CAD-22AB-47A5-B966-96DED5CEEB88}" dt="2022-11-14T13:57:24.425" v="45" actId="1076"/>
          <ac:picMkLst>
            <pc:docMk/>
            <pc:sldMk cId="2674141166" sldId="285"/>
            <ac:picMk id="2" creationId="{C8652CAE-533E-0006-00CC-4E39986F7A3F}"/>
          </ac:picMkLst>
        </pc:picChg>
        <pc:picChg chg="add mod">
          <ac:chgData name="Marco Antonio Ferreira Stockler" userId="007d2b78-cea3-4ca4-898e-8086f6fb2937" providerId="ADAL" clId="{76D60CAD-22AB-47A5-B966-96DED5CEEB88}" dt="2022-11-14T14:00:31.906" v="52" actId="1037"/>
          <ac:picMkLst>
            <pc:docMk/>
            <pc:sldMk cId="2674141166" sldId="285"/>
            <ac:picMk id="3" creationId="{604F5768-855D-1DD4-0104-B05FBEDD30A2}"/>
          </ac:picMkLst>
        </pc:picChg>
        <pc:picChg chg="del">
          <ac:chgData name="Marco Antonio Ferreira Stockler" userId="007d2b78-cea3-4ca4-898e-8086f6fb2937" providerId="ADAL" clId="{76D60CAD-22AB-47A5-B966-96DED5CEEB88}" dt="2022-11-14T13:57:21.305" v="44" actId="478"/>
          <ac:picMkLst>
            <pc:docMk/>
            <pc:sldMk cId="2674141166" sldId="285"/>
            <ac:picMk id="53" creationId="{B79EBBBA-6711-4A4A-A1CB-57FC08BC1C2E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5:00.943" v="119"/>
        <pc:sldMkLst>
          <pc:docMk/>
          <pc:sldMk cId="1754782584" sldId="286"/>
        </pc:sldMkLst>
        <pc:picChg chg="add mod">
          <ac:chgData name="Marco Antonio Ferreira Stockler" userId="007d2b78-cea3-4ca4-898e-8086f6fb2937" providerId="ADAL" clId="{76D60CAD-22AB-47A5-B966-96DED5CEEB88}" dt="2022-11-14T14:05:00.943" v="119"/>
          <ac:picMkLst>
            <pc:docMk/>
            <pc:sldMk cId="1754782584" sldId="286"/>
            <ac:picMk id="8" creationId="{58C68957-D977-5426-51D5-3DD84A64AFF6}"/>
          </ac:picMkLst>
        </pc:picChg>
        <pc:picChg chg="del">
          <ac:chgData name="Marco Antonio Ferreira Stockler" userId="007d2b78-cea3-4ca4-898e-8086f6fb2937" providerId="ADAL" clId="{76D60CAD-22AB-47A5-B966-96DED5CEEB88}" dt="2022-11-14T14:04:59.762" v="118" actId="478"/>
          <ac:picMkLst>
            <pc:docMk/>
            <pc:sldMk cId="1754782584" sldId="286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56.282" v="117"/>
        <pc:sldMkLst>
          <pc:docMk/>
          <pc:sldMk cId="52480338" sldId="287"/>
        </pc:sldMkLst>
        <pc:picChg chg="add mod">
          <ac:chgData name="Marco Antonio Ferreira Stockler" userId="007d2b78-cea3-4ca4-898e-8086f6fb2937" providerId="ADAL" clId="{76D60CAD-22AB-47A5-B966-96DED5CEEB88}" dt="2022-11-14T14:04:56.282" v="117"/>
          <ac:picMkLst>
            <pc:docMk/>
            <pc:sldMk cId="52480338" sldId="287"/>
            <ac:picMk id="3" creationId="{4E528192-8857-F7AD-E73C-CA7108AC2A50}"/>
          </ac:picMkLst>
        </pc:picChg>
        <pc:picChg chg="del">
          <ac:chgData name="Marco Antonio Ferreira Stockler" userId="007d2b78-cea3-4ca4-898e-8086f6fb2937" providerId="ADAL" clId="{76D60CAD-22AB-47A5-B966-96DED5CEEB88}" dt="2022-11-14T14:04:55.576" v="116" actId="478"/>
          <ac:picMkLst>
            <pc:docMk/>
            <pc:sldMk cId="52480338" sldId="287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26.172" v="79"/>
        <pc:sldMkLst>
          <pc:docMk/>
          <pc:sldMk cId="255269388" sldId="292"/>
        </pc:sldMkLst>
        <pc:picChg chg="add mod">
          <ac:chgData name="Marco Antonio Ferreira Stockler" userId="007d2b78-cea3-4ca4-898e-8086f6fb2937" providerId="ADAL" clId="{76D60CAD-22AB-47A5-B966-96DED5CEEB88}" dt="2022-11-14T14:03:26.172" v="79"/>
          <ac:picMkLst>
            <pc:docMk/>
            <pc:sldMk cId="255269388" sldId="292"/>
            <ac:picMk id="2" creationId="{C56B4EFF-8991-482F-3B42-90BEC1A8D811}"/>
          </ac:picMkLst>
        </pc:picChg>
        <pc:picChg chg="del">
          <ac:chgData name="Marco Antonio Ferreira Stockler" userId="007d2b78-cea3-4ca4-898e-8086f6fb2937" providerId="ADAL" clId="{76D60CAD-22AB-47A5-B966-96DED5CEEB88}" dt="2022-11-14T14:03:25.402" v="78" actId="478"/>
          <ac:picMkLst>
            <pc:docMk/>
            <pc:sldMk cId="255269388" sldId="292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5:06.622" v="121"/>
        <pc:sldMkLst>
          <pc:docMk/>
          <pc:sldMk cId="2869012958" sldId="298"/>
        </pc:sldMkLst>
        <pc:picChg chg="add mod">
          <ac:chgData name="Marco Antonio Ferreira Stockler" userId="007d2b78-cea3-4ca4-898e-8086f6fb2937" providerId="ADAL" clId="{76D60CAD-22AB-47A5-B966-96DED5CEEB88}" dt="2022-11-14T14:05:06.622" v="121"/>
          <ac:picMkLst>
            <pc:docMk/>
            <pc:sldMk cId="2869012958" sldId="298"/>
            <ac:picMk id="2" creationId="{BFF61E8E-147D-6AE7-A850-904E774B7E02}"/>
          </ac:picMkLst>
        </pc:picChg>
        <pc:picChg chg="del">
          <ac:chgData name="Marco Antonio Ferreira Stockler" userId="007d2b78-cea3-4ca4-898e-8086f6fb2937" providerId="ADAL" clId="{76D60CAD-22AB-47A5-B966-96DED5CEEB88}" dt="2022-11-14T14:05:05.882" v="120" actId="478"/>
          <ac:picMkLst>
            <pc:docMk/>
            <pc:sldMk cId="2869012958" sldId="298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21.182" v="101"/>
        <pc:sldMkLst>
          <pc:docMk/>
          <pc:sldMk cId="1913814345" sldId="301"/>
        </pc:sldMkLst>
        <pc:picChg chg="add mod">
          <ac:chgData name="Marco Antonio Ferreira Stockler" userId="007d2b78-cea3-4ca4-898e-8086f6fb2937" providerId="ADAL" clId="{76D60CAD-22AB-47A5-B966-96DED5CEEB88}" dt="2022-11-14T14:04:21.182" v="101"/>
          <ac:picMkLst>
            <pc:docMk/>
            <pc:sldMk cId="1913814345" sldId="301"/>
            <ac:picMk id="2" creationId="{DD1FF16E-33FB-5B49-E462-E18642417083}"/>
          </ac:picMkLst>
        </pc:picChg>
        <pc:picChg chg="del">
          <ac:chgData name="Marco Antonio Ferreira Stockler" userId="007d2b78-cea3-4ca4-898e-8086f6fb2937" providerId="ADAL" clId="{76D60CAD-22AB-47A5-B966-96DED5CEEB88}" dt="2022-11-14T14:04:20.722" v="100" actId="478"/>
          <ac:picMkLst>
            <pc:docMk/>
            <pc:sldMk cId="1913814345" sldId="301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59.527" v="93"/>
        <pc:sldMkLst>
          <pc:docMk/>
          <pc:sldMk cId="1644907401" sldId="304"/>
        </pc:sldMkLst>
        <pc:picChg chg="add mod">
          <ac:chgData name="Marco Antonio Ferreira Stockler" userId="007d2b78-cea3-4ca4-898e-8086f6fb2937" providerId="ADAL" clId="{76D60CAD-22AB-47A5-B966-96DED5CEEB88}" dt="2022-11-14T14:03:59.527" v="93"/>
          <ac:picMkLst>
            <pc:docMk/>
            <pc:sldMk cId="1644907401" sldId="304"/>
            <ac:picMk id="2" creationId="{261A6A53-FFE2-F7B8-0917-DF2C3390417C}"/>
          </ac:picMkLst>
        </pc:picChg>
        <pc:picChg chg="del">
          <ac:chgData name="Marco Antonio Ferreira Stockler" userId="007d2b78-cea3-4ca4-898e-8086f6fb2937" providerId="ADAL" clId="{76D60CAD-22AB-47A5-B966-96DED5CEEB88}" dt="2022-11-14T14:03:58.777" v="92" actId="478"/>
          <ac:picMkLst>
            <pc:docMk/>
            <pc:sldMk cId="1644907401" sldId="304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5:17.131" v="123"/>
        <pc:sldMkLst>
          <pc:docMk/>
          <pc:sldMk cId="749528310" sldId="305"/>
        </pc:sldMkLst>
        <pc:picChg chg="add mod">
          <ac:chgData name="Marco Antonio Ferreira Stockler" userId="007d2b78-cea3-4ca4-898e-8086f6fb2937" providerId="ADAL" clId="{76D60CAD-22AB-47A5-B966-96DED5CEEB88}" dt="2022-11-14T14:05:17.131" v="123"/>
          <ac:picMkLst>
            <pc:docMk/>
            <pc:sldMk cId="749528310" sldId="305"/>
            <ac:picMk id="2" creationId="{64C0FA66-E204-7D2B-6C04-1B05FA00A0E7}"/>
          </ac:picMkLst>
        </pc:picChg>
        <pc:picChg chg="del">
          <ac:chgData name="Marco Antonio Ferreira Stockler" userId="007d2b78-cea3-4ca4-898e-8086f6fb2937" providerId="ADAL" clId="{76D60CAD-22AB-47A5-B966-96DED5CEEB88}" dt="2022-11-14T14:05:16.426" v="122" actId="478"/>
          <ac:picMkLst>
            <pc:docMk/>
            <pc:sldMk cId="749528310" sldId="305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50.652" v="89"/>
        <pc:sldMkLst>
          <pc:docMk/>
          <pc:sldMk cId="3694899755" sldId="306"/>
        </pc:sldMkLst>
        <pc:picChg chg="add mod">
          <ac:chgData name="Marco Antonio Ferreira Stockler" userId="007d2b78-cea3-4ca4-898e-8086f6fb2937" providerId="ADAL" clId="{76D60CAD-22AB-47A5-B966-96DED5CEEB88}" dt="2022-11-14T14:03:50.652" v="89"/>
          <ac:picMkLst>
            <pc:docMk/>
            <pc:sldMk cId="3694899755" sldId="306"/>
            <ac:picMk id="2" creationId="{4F7A253E-8A97-D04B-7193-AF21E410A8AE}"/>
          </ac:picMkLst>
        </pc:picChg>
        <pc:picChg chg="del">
          <ac:chgData name="Marco Antonio Ferreira Stockler" userId="007d2b78-cea3-4ca4-898e-8086f6fb2937" providerId="ADAL" clId="{76D60CAD-22AB-47A5-B966-96DED5CEEB88}" dt="2022-11-14T14:03:49.914" v="88" actId="478"/>
          <ac:picMkLst>
            <pc:docMk/>
            <pc:sldMk cId="3694899755" sldId="306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04.102" v="95"/>
        <pc:sldMkLst>
          <pc:docMk/>
          <pc:sldMk cId="52805358" sldId="307"/>
        </pc:sldMkLst>
        <pc:picChg chg="add mod">
          <ac:chgData name="Marco Antonio Ferreira Stockler" userId="007d2b78-cea3-4ca4-898e-8086f6fb2937" providerId="ADAL" clId="{76D60CAD-22AB-47A5-B966-96DED5CEEB88}" dt="2022-11-14T14:04:04.102" v="95"/>
          <ac:picMkLst>
            <pc:docMk/>
            <pc:sldMk cId="52805358" sldId="307"/>
            <ac:picMk id="2" creationId="{C3B53736-6A04-A2FA-0665-D26D5431E133}"/>
          </ac:picMkLst>
        </pc:picChg>
        <pc:picChg chg="del">
          <ac:chgData name="Marco Antonio Ferreira Stockler" userId="007d2b78-cea3-4ca4-898e-8086f6fb2937" providerId="ADAL" clId="{76D60CAD-22AB-47A5-B966-96DED5CEEB88}" dt="2022-11-14T14:04:03.512" v="94" actId="478"/>
          <ac:picMkLst>
            <pc:docMk/>
            <pc:sldMk cId="52805358" sldId="307"/>
            <ac:picMk id="19" creationId="{F7AB7AB4-9E2F-4C99-9C77-769712EC5420}"/>
          </ac:picMkLst>
        </pc:picChg>
      </pc:sldChg>
      <pc:sldChg chg="addSp modSp mod">
        <pc:chgData name="Marco Antonio Ferreira Stockler" userId="007d2b78-cea3-4ca4-898e-8086f6fb2937" providerId="ADAL" clId="{76D60CAD-22AB-47A5-B966-96DED5CEEB88}" dt="2022-11-14T13:56:58.103" v="41" actId="1076"/>
        <pc:sldMkLst>
          <pc:docMk/>
          <pc:sldMk cId="2570752246" sldId="317"/>
        </pc:sldMkLst>
        <pc:picChg chg="add mod">
          <ac:chgData name="Marco Antonio Ferreira Stockler" userId="007d2b78-cea3-4ca4-898e-8086f6fb2937" providerId="ADAL" clId="{76D60CAD-22AB-47A5-B966-96DED5CEEB88}" dt="2022-11-14T13:56:58.103" v="41" actId="1076"/>
          <ac:picMkLst>
            <pc:docMk/>
            <pc:sldMk cId="2570752246" sldId="317"/>
            <ac:picMk id="2" creationId="{6B567CC9-281A-937D-972C-BCD251C54411}"/>
          </ac:picMkLst>
        </pc:picChg>
      </pc:sldChg>
    </pc:docChg>
  </pc:docChgLst>
  <pc:docChgLst>
    <pc:chgData name="Rodrigo Samways Pacheco Dos Santos" userId="e962095f-e3b1-48bd-9b4e-699b4adc235a" providerId="ADAL" clId="{68FF21AD-6F4F-41F7-8CB9-ADFA948295D1}"/>
    <pc:docChg chg="undo custSel modSld">
      <pc:chgData name="Rodrigo Samways Pacheco Dos Santos" userId="e962095f-e3b1-48bd-9b4e-699b4adc235a" providerId="ADAL" clId="{68FF21AD-6F4F-41F7-8CB9-ADFA948295D1}" dt="2022-12-21T03:14:00.026" v="132" actId="478"/>
      <pc:docMkLst>
        <pc:docMk/>
      </pc:docMkLst>
      <pc:sldChg chg="addSp delSp modSp mod">
        <pc:chgData name="Rodrigo Samways Pacheco Dos Santos" userId="e962095f-e3b1-48bd-9b4e-699b4adc235a" providerId="ADAL" clId="{68FF21AD-6F4F-41F7-8CB9-ADFA948295D1}" dt="2022-12-21T03:10:28.330" v="10" actId="478"/>
        <pc:sldMkLst>
          <pc:docMk/>
          <pc:sldMk cId="2374493732" sldId="256"/>
        </pc:sldMkLst>
        <pc:picChg chg="add mod">
          <ac:chgData name="Rodrigo Samways Pacheco Dos Santos" userId="e962095f-e3b1-48bd-9b4e-699b4adc235a" providerId="ADAL" clId="{68FF21AD-6F4F-41F7-8CB9-ADFA948295D1}" dt="2022-12-21T03:10:23.745" v="8" actId="1076"/>
          <ac:picMkLst>
            <pc:docMk/>
            <pc:sldMk cId="2374493732" sldId="256"/>
            <ac:picMk id="4" creationId="{938F5C3F-4D15-1E15-63D4-CC08C6798E19}"/>
          </ac:picMkLst>
        </pc:picChg>
        <pc:picChg chg="add del mod">
          <ac:chgData name="Rodrigo Samways Pacheco Dos Santos" userId="e962095f-e3b1-48bd-9b4e-699b4adc235a" providerId="ADAL" clId="{68FF21AD-6F4F-41F7-8CB9-ADFA948295D1}" dt="2022-12-21T03:10:28.330" v="10" actId="478"/>
          <ac:picMkLst>
            <pc:docMk/>
            <pc:sldMk cId="2374493732" sldId="256"/>
            <ac:picMk id="6" creationId="{07AFF022-5CD8-29C0-EA6B-2F86BFA879D1}"/>
          </ac:picMkLst>
        </pc:picChg>
        <pc:picChg chg="del">
          <ac:chgData name="Rodrigo Samways Pacheco Dos Santos" userId="e962095f-e3b1-48bd-9b4e-699b4adc235a" providerId="ADAL" clId="{68FF21AD-6F4F-41F7-8CB9-ADFA948295D1}" dt="2022-12-21T03:10:24.803" v="9" actId="478"/>
          <ac:picMkLst>
            <pc:docMk/>
            <pc:sldMk cId="2374493732" sldId="256"/>
            <ac:picMk id="7" creationId="{CD3E725A-7D3A-24D9-67B8-CA78283370A2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23.259" v="24" actId="1076"/>
        <pc:sldMkLst>
          <pc:docMk/>
          <pc:sldMk cId="4130568784" sldId="258"/>
        </pc:sldMkLst>
        <pc:spChg chg="mod">
          <ac:chgData name="Rodrigo Samways Pacheco Dos Santos" userId="e962095f-e3b1-48bd-9b4e-699b4adc235a" providerId="ADAL" clId="{68FF21AD-6F4F-41F7-8CB9-ADFA948295D1}" dt="2022-12-21T03:11:19.431" v="22" actId="14100"/>
          <ac:spMkLst>
            <pc:docMk/>
            <pc:sldMk cId="4130568784" sldId="258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0:54.615" v="15" actId="478"/>
          <ac:picMkLst>
            <pc:docMk/>
            <pc:sldMk cId="4130568784" sldId="258"/>
            <ac:picMk id="2" creationId="{C44CE734-CD01-FC0A-6D54-8DCF9D63EE2D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23.259" v="24" actId="1076"/>
          <ac:picMkLst>
            <pc:docMk/>
            <pc:sldMk cId="4130568784" sldId="258"/>
            <ac:picMk id="7" creationId="{4C3EA5F5-4EC3-BF43-11F4-16D0F3DFAC82}"/>
          </ac:picMkLst>
        </pc:picChg>
        <pc:picChg chg="add del mod">
          <ac:chgData name="Rodrigo Samways Pacheco Dos Santos" userId="e962095f-e3b1-48bd-9b4e-699b4adc235a" providerId="ADAL" clId="{68FF21AD-6F4F-41F7-8CB9-ADFA948295D1}" dt="2022-12-21T03:11:21.115" v="23" actId="478"/>
          <ac:picMkLst>
            <pc:docMk/>
            <pc:sldMk cId="4130568784" sldId="258"/>
            <ac:picMk id="9" creationId="{DB36CAEB-E40F-B232-1E84-8AD5FD02515E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30.693" v="30"/>
        <pc:sldMkLst>
          <pc:docMk/>
          <pc:sldMk cId="472279244" sldId="259"/>
        </pc:sldMkLst>
        <pc:spChg chg="add mod">
          <ac:chgData name="Rodrigo Samways Pacheco Dos Santos" userId="e962095f-e3b1-48bd-9b4e-699b4adc235a" providerId="ADAL" clId="{68FF21AD-6F4F-41F7-8CB9-ADFA948295D1}" dt="2022-12-21T03:11:30.693" v="30"/>
          <ac:spMkLst>
            <pc:docMk/>
            <pc:sldMk cId="472279244" sldId="259"/>
            <ac:spMk id="3" creationId="{666AE960-E6A7-3FDE-4E57-D57F10E633D6}"/>
          </ac:spMkLst>
        </pc:spChg>
        <pc:spChg chg="del">
          <ac:chgData name="Rodrigo Samways Pacheco Dos Santos" userId="e962095f-e3b1-48bd-9b4e-699b4adc235a" providerId="ADAL" clId="{68FF21AD-6F4F-41F7-8CB9-ADFA948295D1}" dt="2022-12-21T03:11:29.444" v="28" actId="478"/>
          <ac:spMkLst>
            <pc:docMk/>
            <pc:sldMk cId="472279244" sldId="259"/>
            <ac:spMk id="24" creationId="{39F6B41D-3D5A-48AC-BA26-93E8A4DAB481}"/>
          </ac:spMkLst>
        </pc:spChg>
        <pc:picChg chg="del">
          <ac:chgData name="Rodrigo Samways Pacheco Dos Santos" userId="e962095f-e3b1-48bd-9b4e-699b4adc235a" providerId="ADAL" clId="{68FF21AD-6F4F-41F7-8CB9-ADFA948295D1}" dt="2022-12-21T03:11:29.987" v="29" actId="478"/>
          <ac:picMkLst>
            <pc:docMk/>
            <pc:sldMk cId="472279244" sldId="259"/>
            <ac:picMk id="2" creationId="{E1662D9C-42B1-4587-0818-D5A66A4B6B9D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30.693" v="30"/>
          <ac:picMkLst>
            <pc:docMk/>
            <pc:sldMk cId="472279244" sldId="259"/>
            <ac:picMk id="4" creationId="{69E93DC5-33A9-CDCB-9B5F-CBDC0F5B26F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27.931" v="27"/>
        <pc:sldMkLst>
          <pc:docMk/>
          <pc:sldMk cId="570358810" sldId="260"/>
        </pc:sldMkLst>
        <pc:spChg chg="add mod">
          <ac:chgData name="Rodrigo Samways Pacheco Dos Santos" userId="e962095f-e3b1-48bd-9b4e-699b4adc235a" providerId="ADAL" clId="{68FF21AD-6F4F-41F7-8CB9-ADFA948295D1}" dt="2022-12-21T03:11:27.931" v="27"/>
          <ac:spMkLst>
            <pc:docMk/>
            <pc:sldMk cId="570358810" sldId="260"/>
            <ac:spMk id="3" creationId="{900024F7-57ED-2D6F-FE9B-465794E40C99}"/>
          </ac:spMkLst>
        </pc:spChg>
        <pc:spChg chg="del">
          <ac:chgData name="Rodrigo Samways Pacheco Dos Santos" userId="e962095f-e3b1-48bd-9b4e-699b4adc235a" providerId="ADAL" clId="{68FF21AD-6F4F-41F7-8CB9-ADFA948295D1}" dt="2022-12-21T03:11:26.731" v="25" actId="478"/>
          <ac:spMkLst>
            <pc:docMk/>
            <pc:sldMk cId="570358810" sldId="260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1:27.219" v="26" actId="478"/>
          <ac:picMkLst>
            <pc:docMk/>
            <pc:sldMk cId="570358810" sldId="260"/>
            <ac:picMk id="2" creationId="{012EE948-FC63-F9F8-51E8-E615E493A538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27.931" v="27"/>
          <ac:picMkLst>
            <pc:docMk/>
            <pc:sldMk cId="570358810" sldId="260"/>
            <ac:picMk id="4" creationId="{3C8A9C77-3757-666F-21C7-FE9A1B33FDF1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33.819" v="33"/>
        <pc:sldMkLst>
          <pc:docMk/>
          <pc:sldMk cId="1598346414" sldId="261"/>
        </pc:sldMkLst>
        <pc:spChg chg="add mod">
          <ac:chgData name="Rodrigo Samways Pacheco Dos Santos" userId="e962095f-e3b1-48bd-9b4e-699b4adc235a" providerId="ADAL" clId="{68FF21AD-6F4F-41F7-8CB9-ADFA948295D1}" dt="2022-12-21T03:11:33.819" v="33"/>
          <ac:spMkLst>
            <pc:docMk/>
            <pc:sldMk cId="1598346414" sldId="261"/>
            <ac:spMk id="3" creationId="{E3F8AE55-8CD8-8B28-58CD-755ECB5CBC7D}"/>
          </ac:spMkLst>
        </pc:spChg>
        <pc:spChg chg="del">
          <ac:chgData name="Rodrigo Samways Pacheco Dos Santos" userId="e962095f-e3b1-48bd-9b4e-699b4adc235a" providerId="ADAL" clId="{68FF21AD-6F4F-41F7-8CB9-ADFA948295D1}" dt="2022-12-21T03:11:33.059" v="32" actId="478"/>
          <ac:spMkLst>
            <pc:docMk/>
            <pc:sldMk cId="1598346414" sldId="261"/>
            <ac:spMk id="18" creationId="{9921D664-AE5B-4655-B2DF-2F52A9CF6FEF}"/>
          </ac:spMkLst>
        </pc:spChg>
        <pc:picChg chg="del">
          <ac:chgData name="Rodrigo Samways Pacheco Dos Santos" userId="e962095f-e3b1-48bd-9b4e-699b4adc235a" providerId="ADAL" clId="{68FF21AD-6F4F-41F7-8CB9-ADFA948295D1}" dt="2022-12-21T03:11:32.731" v="31" actId="478"/>
          <ac:picMkLst>
            <pc:docMk/>
            <pc:sldMk cId="1598346414" sldId="261"/>
            <ac:picMk id="2" creationId="{A7544508-EB0C-99BF-D804-40BA830C38E4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33.819" v="33"/>
          <ac:picMkLst>
            <pc:docMk/>
            <pc:sldMk cId="1598346414" sldId="261"/>
            <ac:picMk id="4" creationId="{291B472B-38A7-C65F-4967-253F7F08DA49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59.740" v="57"/>
        <pc:sldMkLst>
          <pc:docMk/>
          <pc:sldMk cId="3025421287" sldId="263"/>
        </pc:sldMkLst>
        <pc:spChg chg="add mod">
          <ac:chgData name="Rodrigo Samways Pacheco Dos Santos" userId="e962095f-e3b1-48bd-9b4e-699b4adc235a" providerId="ADAL" clId="{68FF21AD-6F4F-41F7-8CB9-ADFA948295D1}" dt="2022-12-21T03:11:59.740" v="57"/>
          <ac:spMkLst>
            <pc:docMk/>
            <pc:sldMk cId="3025421287" sldId="263"/>
            <ac:spMk id="3" creationId="{5AADC7CA-6F09-08DB-AFE9-EAE85F9A0580}"/>
          </ac:spMkLst>
        </pc:spChg>
        <pc:spChg chg="del">
          <ac:chgData name="Rodrigo Samways Pacheco Dos Santos" userId="e962095f-e3b1-48bd-9b4e-699b4adc235a" providerId="ADAL" clId="{68FF21AD-6F4F-41F7-8CB9-ADFA948295D1}" dt="2022-12-21T03:11:58.988" v="56" actId="478"/>
          <ac:spMkLst>
            <pc:docMk/>
            <pc:sldMk cId="3025421287" sldId="263"/>
            <ac:spMk id="36" creationId="{C228A051-6094-4E7B-ADAA-BD482E244BC7}"/>
          </ac:spMkLst>
        </pc:spChg>
        <pc:picChg chg="del">
          <ac:chgData name="Rodrigo Samways Pacheco Dos Santos" userId="e962095f-e3b1-48bd-9b4e-699b4adc235a" providerId="ADAL" clId="{68FF21AD-6F4F-41F7-8CB9-ADFA948295D1}" dt="2022-12-21T03:11:58.659" v="55" actId="478"/>
          <ac:picMkLst>
            <pc:docMk/>
            <pc:sldMk cId="3025421287" sldId="263"/>
            <ac:picMk id="2" creationId="{366E73F8-F885-DEDF-63F5-20FC1C5EF39F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59.740" v="57"/>
          <ac:picMkLst>
            <pc:docMk/>
            <pc:sldMk cId="3025421287" sldId="263"/>
            <ac:picMk id="4" creationId="{4BB1B8C7-CFDB-2CD6-DEA2-6DAC73CDA77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40.388" v="39"/>
        <pc:sldMkLst>
          <pc:docMk/>
          <pc:sldMk cId="2128335644" sldId="264"/>
        </pc:sldMkLst>
        <pc:spChg chg="add mod">
          <ac:chgData name="Rodrigo Samways Pacheco Dos Santos" userId="e962095f-e3b1-48bd-9b4e-699b4adc235a" providerId="ADAL" clId="{68FF21AD-6F4F-41F7-8CB9-ADFA948295D1}" dt="2022-12-21T03:11:40.388" v="39"/>
          <ac:spMkLst>
            <pc:docMk/>
            <pc:sldMk cId="2128335644" sldId="264"/>
            <ac:spMk id="3" creationId="{8C08DA48-2EA3-ED7C-2797-307AB6CBD444}"/>
          </ac:spMkLst>
        </pc:spChg>
        <pc:spChg chg="del">
          <ac:chgData name="Rodrigo Samways Pacheco Dos Santos" userId="e962095f-e3b1-48bd-9b4e-699b4adc235a" providerId="ADAL" clId="{68FF21AD-6F4F-41F7-8CB9-ADFA948295D1}" dt="2022-12-21T03:11:39.602" v="38" actId="478"/>
          <ac:spMkLst>
            <pc:docMk/>
            <pc:sldMk cId="2128335644" sldId="264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39.214" v="37" actId="478"/>
          <ac:picMkLst>
            <pc:docMk/>
            <pc:sldMk cId="2128335644" sldId="264"/>
            <ac:picMk id="2" creationId="{85F8A5B5-8436-5164-3EE9-B8EFE7CE9F0A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40.388" v="39"/>
          <ac:picMkLst>
            <pc:docMk/>
            <pc:sldMk cId="2128335644" sldId="264"/>
            <ac:picMk id="4" creationId="{E317D68F-BD7D-36D3-03EE-D4EB44F99A9A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37.126" v="36"/>
        <pc:sldMkLst>
          <pc:docMk/>
          <pc:sldMk cId="2019981171" sldId="265"/>
        </pc:sldMkLst>
        <pc:spChg chg="add mod">
          <ac:chgData name="Rodrigo Samways Pacheco Dos Santos" userId="e962095f-e3b1-48bd-9b4e-699b4adc235a" providerId="ADAL" clId="{68FF21AD-6F4F-41F7-8CB9-ADFA948295D1}" dt="2022-12-21T03:11:37.126" v="36"/>
          <ac:spMkLst>
            <pc:docMk/>
            <pc:sldMk cId="2019981171" sldId="265"/>
            <ac:spMk id="8" creationId="{0D75F810-F130-DBCC-4543-03BAD3ED08B0}"/>
          </ac:spMkLst>
        </pc:spChg>
        <pc:spChg chg="del">
          <ac:chgData name="Rodrigo Samways Pacheco Dos Santos" userId="e962095f-e3b1-48bd-9b4e-699b4adc235a" providerId="ADAL" clId="{68FF21AD-6F4F-41F7-8CB9-ADFA948295D1}" dt="2022-12-21T03:11:35.763" v="34" actId="478"/>
          <ac:spMkLst>
            <pc:docMk/>
            <pc:sldMk cId="2019981171" sldId="265"/>
            <ac:spMk id="13" creationId="{4A1445F4-51AE-4450-B783-B7C551FB24FE}"/>
          </ac:spMkLst>
        </pc:spChg>
        <pc:picChg chg="del">
          <ac:chgData name="Rodrigo Samways Pacheco Dos Santos" userId="e962095f-e3b1-48bd-9b4e-699b4adc235a" providerId="ADAL" clId="{68FF21AD-6F4F-41F7-8CB9-ADFA948295D1}" dt="2022-12-21T03:11:36.339" v="35" actId="478"/>
          <ac:picMkLst>
            <pc:docMk/>
            <pc:sldMk cId="2019981171" sldId="265"/>
            <ac:picMk id="6" creationId="{EE95EBCC-3398-FA2A-36E4-65CF78C31124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37.126" v="36"/>
          <ac:picMkLst>
            <pc:docMk/>
            <pc:sldMk cId="2019981171" sldId="265"/>
            <ac:picMk id="11" creationId="{24EC08EC-9A85-F017-8486-434DB0226EA5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43.939" v="84"/>
        <pc:sldMkLst>
          <pc:docMk/>
          <pc:sldMk cId="1414862730" sldId="266"/>
        </pc:sldMkLst>
        <pc:spChg chg="add mod">
          <ac:chgData name="Rodrigo Samways Pacheco Dos Santos" userId="e962095f-e3b1-48bd-9b4e-699b4adc235a" providerId="ADAL" clId="{68FF21AD-6F4F-41F7-8CB9-ADFA948295D1}" dt="2022-12-21T03:12:43.939" v="84"/>
          <ac:spMkLst>
            <pc:docMk/>
            <pc:sldMk cId="1414862730" sldId="266"/>
            <ac:spMk id="3" creationId="{C03CE515-A393-6831-C2B1-02D155FB8ED8}"/>
          </ac:spMkLst>
        </pc:spChg>
        <pc:spChg chg="del">
          <ac:chgData name="Rodrigo Samways Pacheco Dos Santos" userId="e962095f-e3b1-48bd-9b4e-699b4adc235a" providerId="ADAL" clId="{68FF21AD-6F4F-41F7-8CB9-ADFA948295D1}" dt="2022-12-21T03:12:43.219" v="83" actId="478"/>
          <ac:spMkLst>
            <pc:docMk/>
            <pc:sldMk cId="1414862730" sldId="266"/>
            <ac:spMk id="13" creationId="{4A1445F4-51AE-4450-B783-B7C551FB24FE}"/>
          </ac:spMkLst>
        </pc:spChg>
        <pc:picChg chg="del">
          <ac:chgData name="Rodrigo Samways Pacheco Dos Santos" userId="e962095f-e3b1-48bd-9b4e-699b4adc235a" providerId="ADAL" clId="{68FF21AD-6F4F-41F7-8CB9-ADFA948295D1}" dt="2022-12-21T03:12:42.859" v="82" actId="478"/>
          <ac:picMkLst>
            <pc:docMk/>
            <pc:sldMk cId="1414862730" sldId="266"/>
            <ac:picMk id="2" creationId="{991171A6-12C4-B60C-A867-EFE7392EEC27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43.939" v="84"/>
          <ac:picMkLst>
            <pc:docMk/>
            <pc:sldMk cId="1414862730" sldId="266"/>
            <ac:picMk id="6" creationId="{679B1BDF-B06F-AB80-3337-CE8284F5D78A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43.467" v="42"/>
        <pc:sldMkLst>
          <pc:docMk/>
          <pc:sldMk cId="2698162779" sldId="267"/>
        </pc:sldMkLst>
        <pc:spChg chg="add mod">
          <ac:chgData name="Rodrigo Samways Pacheco Dos Santos" userId="e962095f-e3b1-48bd-9b4e-699b4adc235a" providerId="ADAL" clId="{68FF21AD-6F4F-41F7-8CB9-ADFA948295D1}" dt="2022-12-21T03:11:43.467" v="42"/>
          <ac:spMkLst>
            <pc:docMk/>
            <pc:sldMk cId="2698162779" sldId="267"/>
            <ac:spMk id="3" creationId="{E1EF9096-6C60-C42B-A984-B14B6A9031E5}"/>
          </ac:spMkLst>
        </pc:spChg>
        <pc:spChg chg="del">
          <ac:chgData name="Rodrigo Samways Pacheco Dos Santos" userId="e962095f-e3b1-48bd-9b4e-699b4adc235a" providerId="ADAL" clId="{68FF21AD-6F4F-41F7-8CB9-ADFA948295D1}" dt="2022-12-21T03:11:42.675" v="41" actId="478"/>
          <ac:spMkLst>
            <pc:docMk/>
            <pc:sldMk cId="2698162779" sldId="267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42.348" v="40" actId="478"/>
          <ac:picMkLst>
            <pc:docMk/>
            <pc:sldMk cId="2698162779" sldId="267"/>
            <ac:picMk id="2" creationId="{A8B9B367-0EE1-9B4C-0596-65EFD1316D84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43.467" v="42"/>
          <ac:picMkLst>
            <pc:docMk/>
            <pc:sldMk cId="2698162779" sldId="267"/>
            <ac:picMk id="4" creationId="{5BFAA1B4-CC10-AD00-8E5F-8AFB8618EE63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46.667" v="45"/>
        <pc:sldMkLst>
          <pc:docMk/>
          <pc:sldMk cId="3537745814" sldId="268"/>
        </pc:sldMkLst>
        <pc:spChg chg="add mod">
          <ac:chgData name="Rodrigo Samways Pacheco Dos Santos" userId="e962095f-e3b1-48bd-9b4e-699b4adc235a" providerId="ADAL" clId="{68FF21AD-6F4F-41F7-8CB9-ADFA948295D1}" dt="2022-12-21T03:11:46.667" v="45"/>
          <ac:spMkLst>
            <pc:docMk/>
            <pc:sldMk cId="3537745814" sldId="268"/>
            <ac:spMk id="3" creationId="{129786A1-041C-40BA-1381-80EBAA6A4621}"/>
          </ac:spMkLst>
        </pc:spChg>
        <pc:spChg chg="del">
          <ac:chgData name="Rodrigo Samways Pacheco Dos Santos" userId="e962095f-e3b1-48bd-9b4e-699b4adc235a" providerId="ADAL" clId="{68FF21AD-6F4F-41F7-8CB9-ADFA948295D1}" dt="2022-12-21T03:11:45.829" v="44" actId="478"/>
          <ac:spMkLst>
            <pc:docMk/>
            <pc:sldMk cId="3537745814" sldId="268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45.508" v="43" actId="478"/>
          <ac:picMkLst>
            <pc:docMk/>
            <pc:sldMk cId="3537745814" sldId="268"/>
            <ac:picMk id="2" creationId="{6571A94B-DCBF-7180-3CA9-A37B44EBFD3B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46.667" v="45"/>
          <ac:picMkLst>
            <pc:docMk/>
            <pc:sldMk cId="3537745814" sldId="268"/>
            <ac:picMk id="4" creationId="{C0AE6DD8-D012-5E65-950A-E1C6FB32C68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50.381" v="48"/>
        <pc:sldMkLst>
          <pc:docMk/>
          <pc:sldMk cId="2095161010" sldId="269"/>
        </pc:sldMkLst>
        <pc:spChg chg="add mod">
          <ac:chgData name="Rodrigo Samways Pacheco Dos Santos" userId="e962095f-e3b1-48bd-9b4e-699b4adc235a" providerId="ADAL" clId="{68FF21AD-6F4F-41F7-8CB9-ADFA948295D1}" dt="2022-12-21T03:11:50.381" v="48"/>
          <ac:spMkLst>
            <pc:docMk/>
            <pc:sldMk cId="2095161010" sldId="269"/>
            <ac:spMk id="3" creationId="{193BA63E-F5A0-6364-6AEF-7E94C7C775FF}"/>
          </ac:spMkLst>
        </pc:spChg>
        <pc:spChg chg="del">
          <ac:chgData name="Rodrigo Samways Pacheco Dos Santos" userId="e962095f-e3b1-48bd-9b4e-699b4adc235a" providerId="ADAL" clId="{68FF21AD-6F4F-41F7-8CB9-ADFA948295D1}" dt="2022-12-21T03:11:49.556" v="47" actId="478"/>
          <ac:spMkLst>
            <pc:docMk/>
            <pc:sldMk cId="2095161010" sldId="269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49.164" v="46" actId="478"/>
          <ac:picMkLst>
            <pc:docMk/>
            <pc:sldMk cId="2095161010" sldId="269"/>
            <ac:picMk id="2" creationId="{1A1DF07D-3163-9292-AB08-C8EE99F07FFF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50.381" v="48"/>
          <ac:picMkLst>
            <pc:docMk/>
            <pc:sldMk cId="2095161010" sldId="269"/>
            <ac:picMk id="4" creationId="{917A4D80-BFC9-87E3-CADD-56F5C45E2CF4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53.754" v="51"/>
        <pc:sldMkLst>
          <pc:docMk/>
          <pc:sldMk cId="984936488" sldId="270"/>
        </pc:sldMkLst>
        <pc:spChg chg="add mod">
          <ac:chgData name="Rodrigo Samways Pacheco Dos Santos" userId="e962095f-e3b1-48bd-9b4e-699b4adc235a" providerId="ADAL" clId="{68FF21AD-6F4F-41F7-8CB9-ADFA948295D1}" dt="2022-12-21T03:11:53.754" v="51"/>
          <ac:spMkLst>
            <pc:docMk/>
            <pc:sldMk cId="984936488" sldId="270"/>
            <ac:spMk id="3" creationId="{C8F8332E-EC77-53BB-D42E-6C129EE05583}"/>
          </ac:spMkLst>
        </pc:spChg>
        <pc:spChg chg="del">
          <ac:chgData name="Rodrigo Samways Pacheco Dos Santos" userId="e962095f-e3b1-48bd-9b4e-699b4adc235a" providerId="ADAL" clId="{68FF21AD-6F4F-41F7-8CB9-ADFA948295D1}" dt="2022-12-21T03:11:52.891" v="50" actId="478"/>
          <ac:spMkLst>
            <pc:docMk/>
            <pc:sldMk cId="984936488" sldId="270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52.524" v="49" actId="478"/>
          <ac:picMkLst>
            <pc:docMk/>
            <pc:sldMk cId="984936488" sldId="270"/>
            <ac:picMk id="2" creationId="{C98989CA-81AD-62E6-D81E-0ECEE356EA57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53.754" v="51"/>
          <ac:picMkLst>
            <pc:docMk/>
            <pc:sldMk cId="984936488" sldId="270"/>
            <ac:picMk id="4" creationId="{8FC207C4-EE69-59E4-7861-754ED56AB0FD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03.483" v="60"/>
        <pc:sldMkLst>
          <pc:docMk/>
          <pc:sldMk cId="3228403919" sldId="272"/>
        </pc:sldMkLst>
        <pc:spChg chg="add mod">
          <ac:chgData name="Rodrigo Samways Pacheco Dos Santos" userId="e962095f-e3b1-48bd-9b4e-699b4adc235a" providerId="ADAL" clId="{68FF21AD-6F4F-41F7-8CB9-ADFA948295D1}" dt="2022-12-21T03:12:03.483" v="60"/>
          <ac:spMkLst>
            <pc:docMk/>
            <pc:sldMk cId="3228403919" sldId="272"/>
            <ac:spMk id="7" creationId="{2FC1938E-C2AE-9464-86DC-FE294858FC9F}"/>
          </ac:spMkLst>
        </pc:spChg>
        <pc:spChg chg="del">
          <ac:chgData name="Rodrigo Samways Pacheco Dos Santos" userId="e962095f-e3b1-48bd-9b4e-699b4adc235a" providerId="ADAL" clId="{68FF21AD-6F4F-41F7-8CB9-ADFA948295D1}" dt="2022-12-21T03:12:02.787" v="59" actId="478"/>
          <ac:spMkLst>
            <pc:docMk/>
            <pc:sldMk cId="3228403919" sldId="272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02.483" v="58" actId="478"/>
          <ac:picMkLst>
            <pc:docMk/>
            <pc:sldMk cId="3228403919" sldId="272"/>
            <ac:picMk id="2" creationId="{DAEB0B76-5D87-FAD3-3DF5-A2F754BB9781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03.483" v="60"/>
          <ac:picMkLst>
            <pc:docMk/>
            <pc:sldMk cId="3228403919" sldId="272"/>
            <ac:picMk id="9" creationId="{E476E346-9365-EC14-2A93-45742D16E78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07.227" v="63"/>
        <pc:sldMkLst>
          <pc:docMk/>
          <pc:sldMk cId="3341564460" sldId="273"/>
        </pc:sldMkLst>
        <pc:spChg chg="add mod">
          <ac:chgData name="Rodrigo Samways Pacheco Dos Santos" userId="e962095f-e3b1-48bd-9b4e-699b4adc235a" providerId="ADAL" clId="{68FF21AD-6F4F-41F7-8CB9-ADFA948295D1}" dt="2022-12-21T03:12:07.227" v="63"/>
          <ac:spMkLst>
            <pc:docMk/>
            <pc:sldMk cId="3341564460" sldId="273"/>
            <ac:spMk id="3" creationId="{D4CE1F27-BE0C-11DB-C7D7-48AB62D0F052}"/>
          </ac:spMkLst>
        </pc:spChg>
        <pc:spChg chg="del">
          <ac:chgData name="Rodrigo Samways Pacheco Dos Santos" userId="e962095f-e3b1-48bd-9b4e-699b4adc235a" providerId="ADAL" clId="{68FF21AD-6F4F-41F7-8CB9-ADFA948295D1}" dt="2022-12-21T03:12:06.252" v="62" actId="478"/>
          <ac:spMkLst>
            <pc:docMk/>
            <pc:sldMk cId="3341564460" sldId="273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05.883" v="61" actId="478"/>
          <ac:picMkLst>
            <pc:docMk/>
            <pc:sldMk cId="3341564460" sldId="273"/>
            <ac:picMk id="2" creationId="{931D8373-C6B5-E93C-D8FA-4BB6EFA9C671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07.227" v="63"/>
          <ac:picMkLst>
            <pc:docMk/>
            <pc:sldMk cId="3341564460" sldId="273"/>
            <ac:picMk id="6" creationId="{A247E4BB-3D7D-AF08-BD3F-0B2F09FD18CA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09.664" v="66"/>
        <pc:sldMkLst>
          <pc:docMk/>
          <pc:sldMk cId="906642958" sldId="274"/>
        </pc:sldMkLst>
        <pc:spChg chg="add mod">
          <ac:chgData name="Rodrigo Samways Pacheco Dos Santos" userId="e962095f-e3b1-48bd-9b4e-699b4adc235a" providerId="ADAL" clId="{68FF21AD-6F4F-41F7-8CB9-ADFA948295D1}" dt="2022-12-21T03:12:09.664" v="66"/>
          <ac:spMkLst>
            <pc:docMk/>
            <pc:sldMk cId="906642958" sldId="274"/>
            <ac:spMk id="6" creationId="{6D011903-C17B-0112-F362-1C28B6824CA3}"/>
          </ac:spMkLst>
        </pc:spChg>
        <pc:spChg chg="del">
          <ac:chgData name="Rodrigo Samways Pacheco Dos Santos" userId="e962095f-e3b1-48bd-9b4e-699b4adc235a" providerId="ADAL" clId="{68FF21AD-6F4F-41F7-8CB9-ADFA948295D1}" dt="2022-12-21T03:12:08.979" v="65" actId="478"/>
          <ac:spMkLst>
            <pc:docMk/>
            <pc:sldMk cId="906642958" sldId="274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08.603" v="64" actId="478"/>
          <ac:picMkLst>
            <pc:docMk/>
            <pc:sldMk cId="906642958" sldId="274"/>
            <ac:picMk id="3" creationId="{3F8BCE74-3C6C-A5C2-A633-92EF7CA2E510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09.664" v="66"/>
          <ac:picMkLst>
            <pc:docMk/>
            <pc:sldMk cId="906642958" sldId="274"/>
            <ac:picMk id="7" creationId="{99CFCC22-0670-007B-49F6-01925A4C6BC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15.541" v="72"/>
        <pc:sldMkLst>
          <pc:docMk/>
          <pc:sldMk cId="3482342652" sldId="275"/>
        </pc:sldMkLst>
        <pc:spChg chg="add mod">
          <ac:chgData name="Rodrigo Samways Pacheco Dos Santos" userId="e962095f-e3b1-48bd-9b4e-699b4adc235a" providerId="ADAL" clId="{68FF21AD-6F4F-41F7-8CB9-ADFA948295D1}" dt="2022-12-21T03:12:15.541" v="72"/>
          <ac:spMkLst>
            <pc:docMk/>
            <pc:sldMk cId="3482342652" sldId="275"/>
            <ac:spMk id="6" creationId="{DEA047A7-2CDC-7595-2B84-E99A2BAA9A0D}"/>
          </ac:spMkLst>
        </pc:spChg>
        <pc:spChg chg="del">
          <ac:chgData name="Rodrigo Samways Pacheco Dos Santos" userId="e962095f-e3b1-48bd-9b4e-699b4adc235a" providerId="ADAL" clId="{68FF21AD-6F4F-41F7-8CB9-ADFA948295D1}" dt="2022-12-21T03:12:14.827" v="71" actId="478"/>
          <ac:spMkLst>
            <pc:docMk/>
            <pc:sldMk cId="3482342652" sldId="275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14.291" v="70" actId="478"/>
          <ac:picMkLst>
            <pc:docMk/>
            <pc:sldMk cId="3482342652" sldId="275"/>
            <ac:picMk id="3" creationId="{B337E91B-75EC-9B0A-0439-825447D03F77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15.541" v="72"/>
          <ac:picMkLst>
            <pc:docMk/>
            <pc:sldMk cId="3482342652" sldId="275"/>
            <ac:picMk id="7" creationId="{71B65F1C-A491-AF8F-5935-59F381D8A321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25.233" v="81"/>
        <pc:sldMkLst>
          <pc:docMk/>
          <pc:sldMk cId="2222409336" sldId="276"/>
        </pc:sldMkLst>
        <pc:spChg chg="add mod">
          <ac:chgData name="Rodrigo Samways Pacheco Dos Santos" userId="e962095f-e3b1-48bd-9b4e-699b4adc235a" providerId="ADAL" clId="{68FF21AD-6F4F-41F7-8CB9-ADFA948295D1}" dt="2022-12-21T03:12:25.233" v="81"/>
          <ac:spMkLst>
            <pc:docMk/>
            <pc:sldMk cId="2222409336" sldId="276"/>
            <ac:spMk id="3" creationId="{1F903EC6-7EC5-CEC2-563D-D788C2284E9F}"/>
          </ac:spMkLst>
        </pc:spChg>
        <pc:spChg chg="del">
          <ac:chgData name="Rodrigo Samways Pacheco Dos Santos" userId="e962095f-e3b1-48bd-9b4e-699b4adc235a" providerId="ADAL" clId="{68FF21AD-6F4F-41F7-8CB9-ADFA948295D1}" dt="2022-12-21T03:12:24.459" v="80" actId="478"/>
          <ac:spMkLst>
            <pc:docMk/>
            <pc:sldMk cId="2222409336" sldId="276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24.163" v="79" actId="478"/>
          <ac:picMkLst>
            <pc:docMk/>
            <pc:sldMk cId="2222409336" sldId="276"/>
            <ac:picMk id="2" creationId="{7D36B8AC-9F8E-B280-4E1E-FC3A339EC024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25.233" v="81"/>
          <ac:picMkLst>
            <pc:docMk/>
            <pc:sldMk cId="2222409336" sldId="276"/>
            <ac:picMk id="7" creationId="{4BA70B15-4719-C2D1-89AE-A57D595315D9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55.760" v="96"/>
        <pc:sldMkLst>
          <pc:docMk/>
          <pc:sldMk cId="854883647" sldId="278"/>
        </pc:sldMkLst>
        <pc:spChg chg="add mod">
          <ac:chgData name="Rodrigo Samways Pacheco Dos Santos" userId="e962095f-e3b1-48bd-9b4e-699b4adc235a" providerId="ADAL" clId="{68FF21AD-6F4F-41F7-8CB9-ADFA948295D1}" dt="2022-12-21T03:12:55.760" v="96"/>
          <ac:spMkLst>
            <pc:docMk/>
            <pc:sldMk cId="854883647" sldId="278"/>
            <ac:spMk id="5" creationId="{4632A9D4-5BEB-A1B4-3778-000643165E24}"/>
          </ac:spMkLst>
        </pc:spChg>
        <pc:spChg chg="del">
          <ac:chgData name="Rodrigo Samways Pacheco Dos Santos" userId="e962095f-e3b1-48bd-9b4e-699b4adc235a" providerId="ADAL" clId="{68FF21AD-6F4F-41F7-8CB9-ADFA948295D1}" dt="2022-12-21T03:12:55.131" v="95" actId="478"/>
          <ac:spMkLst>
            <pc:docMk/>
            <pc:sldMk cId="854883647" sldId="278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54.835" v="94" actId="478"/>
          <ac:picMkLst>
            <pc:docMk/>
            <pc:sldMk cId="854883647" sldId="278"/>
            <ac:picMk id="3" creationId="{58FE3054-E97D-F467-B493-80791EB9A8E9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55.760" v="96"/>
          <ac:picMkLst>
            <pc:docMk/>
            <pc:sldMk cId="854883647" sldId="278"/>
            <ac:picMk id="6" creationId="{E1F34FEB-D07A-67DE-8202-7975077EF96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49.858" v="90"/>
        <pc:sldMkLst>
          <pc:docMk/>
          <pc:sldMk cId="4060687447" sldId="279"/>
        </pc:sldMkLst>
        <pc:spChg chg="add mod">
          <ac:chgData name="Rodrigo Samways Pacheco Dos Santos" userId="e962095f-e3b1-48bd-9b4e-699b4adc235a" providerId="ADAL" clId="{68FF21AD-6F4F-41F7-8CB9-ADFA948295D1}" dt="2022-12-21T03:12:49.858" v="90"/>
          <ac:spMkLst>
            <pc:docMk/>
            <pc:sldMk cId="4060687447" sldId="279"/>
            <ac:spMk id="5" creationId="{610F0D4C-057B-623C-9822-14F7CD819027}"/>
          </ac:spMkLst>
        </pc:spChg>
        <pc:spChg chg="del">
          <ac:chgData name="Rodrigo Samways Pacheco Dos Santos" userId="e962095f-e3b1-48bd-9b4e-699b4adc235a" providerId="ADAL" clId="{68FF21AD-6F4F-41F7-8CB9-ADFA948295D1}" dt="2022-12-21T03:12:49.131" v="89" actId="478"/>
          <ac:spMkLst>
            <pc:docMk/>
            <pc:sldMk cId="4060687447" sldId="279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48.836" v="88" actId="478"/>
          <ac:picMkLst>
            <pc:docMk/>
            <pc:sldMk cId="4060687447" sldId="279"/>
            <ac:picMk id="3" creationId="{8017D479-116F-F92E-4FAD-3D959C28EC05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49.858" v="90"/>
          <ac:picMkLst>
            <pc:docMk/>
            <pc:sldMk cId="4060687447" sldId="279"/>
            <ac:picMk id="6" creationId="{37A60055-9DD9-D1FE-6FF6-0402BD4E7A14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52.780" v="93"/>
        <pc:sldMkLst>
          <pc:docMk/>
          <pc:sldMk cId="1337485278" sldId="280"/>
        </pc:sldMkLst>
        <pc:spChg chg="add mod">
          <ac:chgData name="Rodrigo Samways Pacheco Dos Santos" userId="e962095f-e3b1-48bd-9b4e-699b4adc235a" providerId="ADAL" clId="{68FF21AD-6F4F-41F7-8CB9-ADFA948295D1}" dt="2022-12-21T03:12:52.780" v="93"/>
          <ac:spMkLst>
            <pc:docMk/>
            <pc:sldMk cId="1337485278" sldId="280"/>
            <ac:spMk id="5" creationId="{88770D96-1D65-00E2-2C8A-F2351F1CBE54}"/>
          </ac:spMkLst>
        </pc:spChg>
        <pc:spChg chg="del">
          <ac:chgData name="Rodrigo Samways Pacheco Dos Santos" userId="e962095f-e3b1-48bd-9b4e-699b4adc235a" providerId="ADAL" clId="{68FF21AD-6F4F-41F7-8CB9-ADFA948295D1}" dt="2022-12-21T03:12:52.042" v="92" actId="478"/>
          <ac:spMkLst>
            <pc:docMk/>
            <pc:sldMk cId="1337485278" sldId="280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51.723" v="91" actId="478"/>
          <ac:picMkLst>
            <pc:docMk/>
            <pc:sldMk cId="1337485278" sldId="280"/>
            <ac:picMk id="3" creationId="{2F750419-C8A2-5370-BB70-EF5BFBFEE0C2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52.780" v="93"/>
          <ac:picMkLst>
            <pc:docMk/>
            <pc:sldMk cId="1337485278" sldId="280"/>
            <ac:picMk id="6" creationId="{47EB180E-E11A-F4B7-1188-7A4B9E6C5060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58.714" v="99"/>
        <pc:sldMkLst>
          <pc:docMk/>
          <pc:sldMk cId="290528325" sldId="281"/>
        </pc:sldMkLst>
        <pc:spChg chg="add mod">
          <ac:chgData name="Rodrigo Samways Pacheco Dos Santos" userId="e962095f-e3b1-48bd-9b4e-699b4adc235a" providerId="ADAL" clId="{68FF21AD-6F4F-41F7-8CB9-ADFA948295D1}" dt="2022-12-21T03:12:58.714" v="99"/>
          <ac:spMkLst>
            <pc:docMk/>
            <pc:sldMk cId="290528325" sldId="281"/>
            <ac:spMk id="5" creationId="{BDEA9D67-F338-99CE-A249-A9D6595B9FF0}"/>
          </ac:spMkLst>
        </pc:spChg>
        <pc:spChg chg="del">
          <ac:chgData name="Rodrigo Samways Pacheco Dos Santos" userId="e962095f-e3b1-48bd-9b4e-699b4adc235a" providerId="ADAL" clId="{68FF21AD-6F4F-41F7-8CB9-ADFA948295D1}" dt="2022-12-21T03:12:57.995" v="98" actId="478"/>
          <ac:spMkLst>
            <pc:docMk/>
            <pc:sldMk cId="290528325" sldId="281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57.707" v="97" actId="478"/>
          <ac:picMkLst>
            <pc:docMk/>
            <pc:sldMk cId="290528325" sldId="281"/>
            <ac:picMk id="3" creationId="{0B835006-F2B4-9075-6B3A-B304F814B89A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58.714" v="99"/>
          <ac:picMkLst>
            <pc:docMk/>
            <pc:sldMk cId="290528325" sldId="281"/>
            <ac:picMk id="6" creationId="{312AADD8-C7CA-35D8-A58D-B0407A0CFF2D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01.714" v="102"/>
        <pc:sldMkLst>
          <pc:docMk/>
          <pc:sldMk cId="1680312990" sldId="282"/>
        </pc:sldMkLst>
        <pc:spChg chg="add mod">
          <ac:chgData name="Rodrigo Samways Pacheco Dos Santos" userId="e962095f-e3b1-48bd-9b4e-699b4adc235a" providerId="ADAL" clId="{68FF21AD-6F4F-41F7-8CB9-ADFA948295D1}" dt="2022-12-21T03:13:01.714" v="102"/>
          <ac:spMkLst>
            <pc:docMk/>
            <pc:sldMk cId="1680312990" sldId="282"/>
            <ac:spMk id="5" creationId="{5AB51CFC-96A2-4B65-2F93-DA38DD041B4F}"/>
          </ac:spMkLst>
        </pc:spChg>
        <pc:spChg chg="del">
          <ac:chgData name="Rodrigo Samways Pacheco Dos Santos" userId="e962095f-e3b1-48bd-9b4e-699b4adc235a" providerId="ADAL" clId="{68FF21AD-6F4F-41F7-8CB9-ADFA948295D1}" dt="2022-12-21T03:13:00.660" v="101" actId="478"/>
          <ac:spMkLst>
            <pc:docMk/>
            <pc:sldMk cId="1680312990" sldId="282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00.363" v="100" actId="478"/>
          <ac:picMkLst>
            <pc:docMk/>
            <pc:sldMk cId="1680312990" sldId="282"/>
            <ac:picMk id="3" creationId="{6A307FF4-0FAE-5B70-3DC2-F437473CDE53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01.714" v="102"/>
          <ac:picMkLst>
            <pc:docMk/>
            <pc:sldMk cId="1680312990" sldId="282"/>
            <ac:picMk id="6" creationId="{1E53E4A6-0EB4-6D7C-DABC-31FE0218D50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04.455" v="105"/>
        <pc:sldMkLst>
          <pc:docMk/>
          <pc:sldMk cId="234708267" sldId="283"/>
        </pc:sldMkLst>
        <pc:spChg chg="add mod">
          <ac:chgData name="Rodrigo Samways Pacheco Dos Santos" userId="e962095f-e3b1-48bd-9b4e-699b4adc235a" providerId="ADAL" clId="{68FF21AD-6F4F-41F7-8CB9-ADFA948295D1}" dt="2022-12-21T03:13:04.455" v="105"/>
          <ac:spMkLst>
            <pc:docMk/>
            <pc:sldMk cId="234708267" sldId="283"/>
            <ac:spMk id="5" creationId="{5EB91226-05FE-12C1-7655-A122094A7F85}"/>
          </ac:spMkLst>
        </pc:spChg>
        <pc:spChg chg="del">
          <ac:chgData name="Rodrigo Samways Pacheco Dos Santos" userId="e962095f-e3b1-48bd-9b4e-699b4adc235a" providerId="ADAL" clId="{68FF21AD-6F4F-41F7-8CB9-ADFA948295D1}" dt="2022-12-21T03:13:03.770" v="104" actId="478"/>
          <ac:spMkLst>
            <pc:docMk/>
            <pc:sldMk cId="234708267" sldId="283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03.515" v="103" actId="478"/>
          <ac:picMkLst>
            <pc:docMk/>
            <pc:sldMk cId="234708267" sldId="283"/>
            <ac:picMk id="3" creationId="{4F1BD6B0-F52A-F1A0-4714-29B74F4F93EA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04.455" v="105"/>
          <ac:picMkLst>
            <pc:docMk/>
            <pc:sldMk cId="234708267" sldId="283"/>
            <ac:picMk id="6" creationId="{6C718F89-A85E-B622-535A-D996184464E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12.126" v="110"/>
        <pc:sldMkLst>
          <pc:docMk/>
          <pc:sldMk cId="3901731523" sldId="284"/>
        </pc:sldMkLst>
        <pc:spChg chg="add del mod">
          <ac:chgData name="Rodrigo Samways Pacheco Dos Santos" userId="e962095f-e3b1-48bd-9b4e-699b4adc235a" providerId="ADAL" clId="{68FF21AD-6F4F-41F7-8CB9-ADFA948295D1}" dt="2022-12-21T03:13:08.179" v="108"/>
          <ac:spMkLst>
            <pc:docMk/>
            <pc:sldMk cId="3901731523" sldId="284"/>
            <ac:spMk id="3" creationId="{9FDF76BB-FDF0-B426-2837-8D26873BC25A}"/>
          </ac:spMkLst>
        </pc:spChg>
        <pc:spChg chg="add mod">
          <ac:chgData name="Rodrigo Samways Pacheco Dos Santos" userId="e962095f-e3b1-48bd-9b4e-699b4adc235a" providerId="ADAL" clId="{68FF21AD-6F4F-41F7-8CB9-ADFA948295D1}" dt="2022-12-21T03:13:12.126" v="110"/>
          <ac:spMkLst>
            <pc:docMk/>
            <pc:sldMk cId="3901731523" sldId="284"/>
            <ac:spMk id="7" creationId="{05EE5456-5C61-FD98-EEC1-B0CDB1339B6E}"/>
          </ac:spMkLst>
        </pc:spChg>
        <pc:spChg chg="del">
          <ac:chgData name="Rodrigo Samways Pacheco Dos Santos" userId="e962095f-e3b1-48bd-9b4e-699b4adc235a" providerId="ADAL" clId="{68FF21AD-6F4F-41F7-8CB9-ADFA948295D1}" dt="2022-12-21T03:13:09.084" v="109" actId="478"/>
          <ac:spMkLst>
            <pc:docMk/>
            <pc:sldMk cId="3901731523" sldId="284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06.188" v="106" actId="478"/>
          <ac:picMkLst>
            <pc:docMk/>
            <pc:sldMk cId="3901731523" sldId="284"/>
            <ac:picMk id="2" creationId="{1D3E7402-CF96-CCAF-2B89-144ED45DD27E}"/>
          </ac:picMkLst>
        </pc:picChg>
        <pc:picChg chg="add del mod">
          <ac:chgData name="Rodrigo Samways Pacheco Dos Santos" userId="e962095f-e3b1-48bd-9b4e-699b4adc235a" providerId="ADAL" clId="{68FF21AD-6F4F-41F7-8CB9-ADFA948295D1}" dt="2022-12-21T03:13:08.179" v="108"/>
          <ac:picMkLst>
            <pc:docMk/>
            <pc:sldMk cId="3901731523" sldId="284"/>
            <ac:picMk id="6" creationId="{DD96B1DF-DD09-C259-A263-74BE7175C7CF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12.126" v="110"/>
          <ac:picMkLst>
            <pc:docMk/>
            <pc:sldMk cId="3901731523" sldId="284"/>
            <ac:picMk id="9" creationId="{81B83238-D2ED-5938-9E62-90667D160A85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4:00.026" v="132" actId="478"/>
        <pc:sldMkLst>
          <pc:docMk/>
          <pc:sldMk cId="2674141166" sldId="285"/>
        </pc:sldMkLst>
        <pc:spChg chg="add del mod">
          <ac:chgData name="Rodrigo Samways Pacheco Dos Santos" userId="e962095f-e3b1-48bd-9b4e-699b4adc235a" providerId="ADAL" clId="{68FF21AD-6F4F-41F7-8CB9-ADFA948295D1}" dt="2022-12-21T03:13:47.324" v="128" actId="478"/>
          <ac:spMkLst>
            <pc:docMk/>
            <pc:sldMk cId="2674141166" sldId="285"/>
            <ac:spMk id="4" creationId="{1D52AFD2-F745-EABC-7C10-2554DE8380CE}"/>
          </ac:spMkLst>
        </pc:spChg>
        <pc:picChg chg="del">
          <ac:chgData name="Rodrigo Samways Pacheco Dos Santos" userId="e962095f-e3b1-48bd-9b4e-699b4adc235a" providerId="ADAL" clId="{68FF21AD-6F4F-41F7-8CB9-ADFA948295D1}" dt="2022-12-21T03:14:00.026" v="132" actId="478"/>
          <ac:picMkLst>
            <pc:docMk/>
            <pc:sldMk cId="2674141166" sldId="285"/>
            <ac:picMk id="2" creationId="{C8652CAE-533E-0006-00CC-4E39986F7A3F}"/>
          </ac:picMkLst>
        </pc:picChg>
        <pc:picChg chg="add del mod">
          <ac:chgData name="Rodrigo Samways Pacheco Dos Santos" userId="e962095f-e3b1-48bd-9b4e-699b4adc235a" providerId="ADAL" clId="{68FF21AD-6F4F-41F7-8CB9-ADFA948295D1}" dt="2022-12-21T03:13:48.732" v="129" actId="478"/>
          <ac:picMkLst>
            <pc:docMk/>
            <pc:sldMk cId="2674141166" sldId="285"/>
            <ac:picMk id="6" creationId="{83D3F9F6-2160-B9F8-63AA-9AD8E2E99401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58.939" v="131" actId="1076"/>
          <ac:picMkLst>
            <pc:docMk/>
            <pc:sldMk cId="2674141166" sldId="285"/>
            <ac:picMk id="7" creationId="{A3FF2AFC-51AB-CB3A-B08D-AF2FDA76FC9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22.605" v="116"/>
        <pc:sldMkLst>
          <pc:docMk/>
          <pc:sldMk cId="1754782584" sldId="286"/>
        </pc:sldMkLst>
        <pc:spChg chg="add mod">
          <ac:chgData name="Rodrigo Samways Pacheco Dos Santos" userId="e962095f-e3b1-48bd-9b4e-699b4adc235a" providerId="ADAL" clId="{68FF21AD-6F4F-41F7-8CB9-ADFA948295D1}" dt="2022-12-21T03:13:22.605" v="116"/>
          <ac:spMkLst>
            <pc:docMk/>
            <pc:sldMk cId="1754782584" sldId="286"/>
            <ac:spMk id="9" creationId="{E27859B1-F30A-E7F8-04B1-5123F3C41940}"/>
          </ac:spMkLst>
        </pc:spChg>
        <pc:spChg chg="del">
          <ac:chgData name="Rodrigo Samways Pacheco Dos Santos" userId="e962095f-e3b1-48bd-9b4e-699b4adc235a" providerId="ADAL" clId="{68FF21AD-6F4F-41F7-8CB9-ADFA948295D1}" dt="2022-12-21T03:13:21.907" v="115" actId="478"/>
          <ac:spMkLst>
            <pc:docMk/>
            <pc:sldMk cId="1754782584" sldId="286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21.539" v="114" actId="478"/>
          <ac:picMkLst>
            <pc:docMk/>
            <pc:sldMk cId="1754782584" sldId="286"/>
            <ac:picMk id="8" creationId="{58C68957-D977-5426-51D5-3DD84A64AFF6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22.605" v="116"/>
          <ac:picMkLst>
            <pc:docMk/>
            <pc:sldMk cId="1754782584" sldId="286"/>
            <ac:picMk id="11" creationId="{4055652D-4CEF-0B7A-BCEC-38AB76700AB4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18.959" v="113"/>
        <pc:sldMkLst>
          <pc:docMk/>
          <pc:sldMk cId="52480338" sldId="287"/>
        </pc:sldMkLst>
        <pc:spChg chg="add mod">
          <ac:chgData name="Rodrigo Samways Pacheco Dos Santos" userId="e962095f-e3b1-48bd-9b4e-699b4adc235a" providerId="ADAL" clId="{68FF21AD-6F4F-41F7-8CB9-ADFA948295D1}" dt="2022-12-21T03:13:18.959" v="113"/>
          <ac:spMkLst>
            <pc:docMk/>
            <pc:sldMk cId="52480338" sldId="287"/>
            <ac:spMk id="6" creationId="{A952539B-A910-972D-968D-71402A6E9CFD}"/>
          </ac:spMkLst>
        </pc:spChg>
        <pc:spChg chg="del">
          <ac:chgData name="Rodrigo Samways Pacheco Dos Santos" userId="e962095f-e3b1-48bd-9b4e-699b4adc235a" providerId="ADAL" clId="{68FF21AD-6F4F-41F7-8CB9-ADFA948295D1}" dt="2022-12-21T03:13:16.867" v="112" actId="478"/>
          <ac:spMkLst>
            <pc:docMk/>
            <pc:sldMk cId="52480338" sldId="287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14.435" v="111" actId="478"/>
          <ac:picMkLst>
            <pc:docMk/>
            <pc:sldMk cId="52480338" sldId="287"/>
            <ac:picMk id="3" creationId="{4E528192-8857-F7AD-E73C-CA7108AC2A50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18.959" v="113"/>
          <ac:picMkLst>
            <pc:docMk/>
            <pc:sldMk cId="52480338" sldId="287"/>
            <ac:picMk id="7" creationId="{DFFCBDC1-6458-E6B2-693B-6AE05578D44B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56.757" v="54"/>
        <pc:sldMkLst>
          <pc:docMk/>
          <pc:sldMk cId="255269388" sldId="292"/>
        </pc:sldMkLst>
        <pc:spChg chg="add mod">
          <ac:chgData name="Rodrigo Samways Pacheco Dos Santos" userId="e962095f-e3b1-48bd-9b4e-699b4adc235a" providerId="ADAL" clId="{68FF21AD-6F4F-41F7-8CB9-ADFA948295D1}" dt="2022-12-21T03:11:56.757" v="54"/>
          <ac:spMkLst>
            <pc:docMk/>
            <pc:sldMk cId="255269388" sldId="292"/>
            <ac:spMk id="3" creationId="{E002BF30-D665-42F9-8B1D-D5FDAF25C8A9}"/>
          </ac:spMkLst>
        </pc:spChg>
        <pc:spChg chg="del">
          <ac:chgData name="Rodrigo Samways Pacheco Dos Santos" userId="e962095f-e3b1-48bd-9b4e-699b4adc235a" providerId="ADAL" clId="{68FF21AD-6F4F-41F7-8CB9-ADFA948295D1}" dt="2022-12-21T03:11:56.027" v="53" actId="478"/>
          <ac:spMkLst>
            <pc:docMk/>
            <pc:sldMk cId="255269388" sldId="292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1:55.715" v="52" actId="478"/>
          <ac:picMkLst>
            <pc:docMk/>
            <pc:sldMk cId="255269388" sldId="292"/>
            <ac:picMk id="2" creationId="{C56B4EFF-8991-482F-3B42-90BEC1A8D811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56.757" v="54"/>
          <ac:picMkLst>
            <pc:docMk/>
            <pc:sldMk cId="255269388" sldId="292"/>
            <ac:picMk id="4" creationId="{F77D66ED-6895-3E2D-C014-C0F72584C136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38.190" v="123" actId="14100"/>
        <pc:sldMkLst>
          <pc:docMk/>
          <pc:sldMk cId="2869012958" sldId="298"/>
        </pc:sldMkLst>
        <pc:spChg chg="add mod">
          <ac:chgData name="Rodrigo Samways Pacheco Dos Santos" userId="e962095f-e3b1-48bd-9b4e-699b4adc235a" providerId="ADAL" clId="{68FF21AD-6F4F-41F7-8CB9-ADFA948295D1}" dt="2022-12-21T03:13:25.211" v="119"/>
          <ac:spMkLst>
            <pc:docMk/>
            <pc:sldMk cId="2869012958" sldId="298"/>
            <ac:spMk id="3" creationId="{4BBCD555-E543-90AB-090E-2DDCC8ACDA03}"/>
          </ac:spMkLst>
        </pc:spChg>
        <pc:spChg chg="mod">
          <ac:chgData name="Rodrigo Samways Pacheco Dos Santos" userId="e962095f-e3b1-48bd-9b4e-699b4adc235a" providerId="ADAL" clId="{68FF21AD-6F4F-41F7-8CB9-ADFA948295D1}" dt="2022-12-21T03:13:27.715" v="121" actId="1076"/>
          <ac:spMkLst>
            <pc:docMk/>
            <pc:sldMk cId="2869012958" sldId="298"/>
            <ac:spMk id="5" creationId="{37273B20-A093-429E-B36D-BA6CC85DC9EF}"/>
          </ac:spMkLst>
        </pc:spChg>
        <pc:spChg chg="mod">
          <ac:chgData name="Rodrigo Samways Pacheco Dos Santos" userId="e962095f-e3b1-48bd-9b4e-699b4adc235a" providerId="ADAL" clId="{68FF21AD-6F4F-41F7-8CB9-ADFA948295D1}" dt="2022-12-21T03:13:38.190" v="123" actId="14100"/>
          <ac:spMkLst>
            <pc:docMk/>
            <pc:sldMk cId="2869012958" sldId="298"/>
            <ac:spMk id="20" creationId="{62A987BE-238E-4E28-AE56-3DBC978A12F1}"/>
          </ac:spMkLst>
        </pc:spChg>
        <pc:spChg chg="del">
          <ac:chgData name="Rodrigo Samways Pacheco Dos Santos" userId="e962095f-e3b1-48bd-9b4e-699b4adc235a" providerId="ADAL" clId="{68FF21AD-6F4F-41F7-8CB9-ADFA948295D1}" dt="2022-12-21T03:13:24.475" v="118" actId="478"/>
          <ac:spMkLst>
            <pc:docMk/>
            <pc:sldMk cId="2869012958" sldId="298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3:24.066" v="117" actId="478"/>
          <ac:picMkLst>
            <pc:docMk/>
            <pc:sldMk cId="2869012958" sldId="298"/>
            <ac:picMk id="2" creationId="{BFF61E8E-147D-6AE7-A850-904E774B7E02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25.211" v="119"/>
          <ac:picMkLst>
            <pc:docMk/>
            <pc:sldMk cId="2869012958" sldId="298"/>
            <ac:picMk id="4" creationId="{1C14D946-18F8-0075-7272-413DC7F5767A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46.699" v="87"/>
        <pc:sldMkLst>
          <pc:docMk/>
          <pc:sldMk cId="1913814345" sldId="301"/>
        </pc:sldMkLst>
        <pc:spChg chg="add mod">
          <ac:chgData name="Rodrigo Samways Pacheco Dos Santos" userId="e962095f-e3b1-48bd-9b4e-699b4adc235a" providerId="ADAL" clId="{68FF21AD-6F4F-41F7-8CB9-ADFA948295D1}" dt="2022-12-21T03:12:46.699" v="87"/>
          <ac:spMkLst>
            <pc:docMk/>
            <pc:sldMk cId="1913814345" sldId="301"/>
            <ac:spMk id="3" creationId="{46BE4D0C-4EF9-7785-BE22-BE95BF011F6B}"/>
          </ac:spMkLst>
        </pc:spChg>
        <pc:spChg chg="del">
          <ac:chgData name="Rodrigo Samways Pacheco Dos Santos" userId="e962095f-e3b1-48bd-9b4e-699b4adc235a" providerId="ADAL" clId="{68FF21AD-6F4F-41F7-8CB9-ADFA948295D1}" dt="2022-12-21T03:12:46.003" v="86" actId="478"/>
          <ac:spMkLst>
            <pc:docMk/>
            <pc:sldMk cId="1913814345" sldId="301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2:45.724" v="85" actId="478"/>
          <ac:picMkLst>
            <pc:docMk/>
            <pc:sldMk cId="1913814345" sldId="301"/>
            <ac:picMk id="2" creationId="{DD1FF16E-33FB-5B49-E462-E18642417083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46.699" v="87"/>
          <ac:picMkLst>
            <pc:docMk/>
            <pc:sldMk cId="1913814345" sldId="301"/>
            <ac:picMk id="4" creationId="{A429AEF5-F6D4-C664-8830-A73231C114F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18.732" v="75"/>
        <pc:sldMkLst>
          <pc:docMk/>
          <pc:sldMk cId="1644907401" sldId="304"/>
        </pc:sldMkLst>
        <pc:spChg chg="add mod">
          <ac:chgData name="Rodrigo Samways Pacheco Dos Santos" userId="e962095f-e3b1-48bd-9b4e-699b4adc235a" providerId="ADAL" clId="{68FF21AD-6F4F-41F7-8CB9-ADFA948295D1}" dt="2022-12-21T03:12:18.732" v="75"/>
          <ac:spMkLst>
            <pc:docMk/>
            <pc:sldMk cId="1644907401" sldId="304"/>
            <ac:spMk id="3" creationId="{29A0C48C-62AD-D60C-9C01-304DE90562F2}"/>
          </ac:spMkLst>
        </pc:spChg>
        <pc:spChg chg="del">
          <ac:chgData name="Rodrigo Samways Pacheco Dos Santos" userId="e962095f-e3b1-48bd-9b4e-699b4adc235a" providerId="ADAL" clId="{68FF21AD-6F4F-41F7-8CB9-ADFA948295D1}" dt="2022-12-21T03:12:17.995" v="74" actId="478"/>
          <ac:spMkLst>
            <pc:docMk/>
            <pc:sldMk cId="1644907401" sldId="304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2:17.635" v="73" actId="478"/>
          <ac:picMkLst>
            <pc:docMk/>
            <pc:sldMk cId="1644907401" sldId="304"/>
            <ac:picMk id="2" creationId="{261A6A53-FFE2-F7B8-0917-DF2C3390417C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18.732" v="75"/>
          <ac:picMkLst>
            <pc:docMk/>
            <pc:sldMk cId="1644907401" sldId="304"/>
            <ac:picMk id="4" creationId="{3943D3EA-EE17-41FE-16DF-1BB49DF9F899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43.123" v="126"/>
        <pc:sldMkLst>
          <pc:docMk/>
          <pc:sldMk cId="749528310" sldId="305"/>
        </pc:sldMkLst>
        <pc:spChg chg="add mod">
          <ac:chgData name="Rodrigo Samways Pacheco Dos Santos" userId="e962095f-e3b1-48bd-9b4e-699b4adc235a" providerId="ADAL" clId="{68FF21AD-6F4F-41F7-8CB9-ADFA948295D1}" dt="2022-12-21T03:13:43.123" v="126"/>
          <ac:spMkLst>
            <pc:docMk/>
            <pc:sldMk cId="749528310" sldId="305"/>
            <ac:spMk id="3" creationId="{2429DE08-9DE8-5D38-0588-ECD606ADF1C8}"/>
          </ac:spMkLst>
        </pc:spChg>
        <pc:spChg chg="del">
          <ac:chgData name="Rodrigo Samways Pacheco Dos Santos" userId="e962095f-e3b1-48bd-9b4e-699b4adc235a" providerId="ADAL" clId="{68FF21AD-6F4F-41F7-8CB9-ADFA948295D1}" dt="2022-12-21T03:13:41.899" v="124" actId="478"/>
          <ac:spMkLst>
            <pc:docMk/>
            <pc:sldMk cId="749528310" sldId="305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42.251" v="125" actId="478"/>
          <ac:picMkLst>
            <pc:docMk/>
            <pc:sldMk cId="749528310" sldId="305"/>
            <ac:picMk id="2" creationId="{64C0FA66-E204-7D2B-6C04-1B05FA00A0E7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43.123" v="126"/>
          <ac:picMkLst>
            <pc:docMk/>
            <pc:sldMk cId="749528310" sldId="305"/>
            <ac:picMk id="6" creationId="{6389DA65-90E0-D364-7B39-C2C1FF9BE185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12.323" v="69"/>
        <pc:sldMkLst>
          <pc:docMk/>
          <pc:sldMk cId="3694899755" sldId="306"/>
        </pc:sldMkLst>
        <pc:spChg chg="add mod">
          <ac:chgData name="Rodrigo Samways Pacheco Dos Santos" userId="e962095f-e3b1-48bd-9b4e-699b4adc235a" providerId="ADAL" clId="{68FF21AD-6F4F-41F7-8CB9-ADFA948295D1}" dt="2022-12-21T03:12:12.323" v="69"/>
          <ac:spMkLst>
            <pc:docMk/>
            <pc:sldMk cId="3694899755" sldId="306"/>
            <ac:spMk id="3" creationId="{53742DFB-E6E2-A21E-7B7D-99EC5162358F}"/>
          </ac:spMkLst>
        </pc:spChg>
        <pc:spChg chg="del">
          <ac:chgData name="Rodrigo Samways Pacheco Dos Santos" userId="e962095f-e3b1-48bd-9b4e-699b4adc235a" providerId="ADAL" clId="{68FF21AD-6F4F-41F7-8CB9-ADFA948295D1}" dt="2022-12-21T03:12:11.603" v="68" actId="478"/>
          <ac:spMkLst>
            <pc:docMk/>
            <pc:sldMk cId="3694899755" sldId="306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11.315" v="67" actId="478"/>
          <ac:picMkLst>
            <pc:docMk/>
            <pc:sldMk cId="3694899755" sldId="306"/>
            <ac:picMk id="2" creationId="{4F7A253E-8A97-D04B-7193-AF21E410A8AE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12.323" v="69"/>
          <ac:picMkLst>
            <pc:docMk/>
            <pc:sldMk cId="3694899755" sldId="306"/>
            <ac:picMk id="7" creationId="{162A1849-44E6-A0CC-C66C-6A90CF99AFC3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22.288" v="78"/>
        <pc:sldMkLst>
          <pc:docMk/>
          <pc:sldMk cId="52805358" sldId="307"/>
        </pc:sldMkLst>
        <pc:spChg chg="add mod">
          <ac:chgData name="Rodrigo Samways Pacheco Dos Santos" userId="e962095f-e3b1-48bd-9b4e-699b4adc235a" providerId="ADAL" clId="{68FF21AD-6F4F-41F7-8CB9-ADFA948295D1}" dt="2022-12-21T03:12:22.288" v="78"/>
          <ac:spMkLst>
            <pc:docMk/>
            <pc:sldMk cId="52805358" sldId="307"/>
            <ac:spMk id="5" creationId="{96EEA1DC-D32F-03B4-B36D-8116945E6FBD}"/>
          </ac:spMkLst>
        </pc:spChg>
        <pc:spChg chg="del">
          <ac:chgData name="Rodrigo Samways Pacheco Dos Santos" userId="e962095f-e3b1-48bd-9b4e-699b4adc235a" providerId="ADAL" clId="{68FF21AD-6F4F-41F7-8CB9-ADFA948295D1}" dt="2022-12-21T03:12:21.517" v="77" actId="478"/>
          <ac:spMkLst>
            <pc:docMk/>
            <pc:sldMk cId="52805358" sldId="307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21.226" v="76" actId="478"/>
          <ac:picMkLst>
            <pc:docMk/>
            <pc:sldMk cId="52805358" sldId="307"/>
            <ac:picMk id="2" creationId="{C3B53736-6A04-A2FA-0665-D26D5431E133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22.288" v="78"/>
          <ac:picMkLst>
            <pc:docMk/>
            <pc:sldMk cId="52805358" sldId="307"/>
            <ac:picMk id="6" creationId="{59D5F7A4-ADCC-28AA-3FE7-BA67EDB3AD0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0:48.995" v="14" actId="478"/>
        <pc:sldMkLst>
          <pc:docMk/>
          <pc:sldMk cId="2570752246" sldId="317"/>
        </pc:sldMkLst>
        <pc:picChg chg="del">
          <ac:chgData name="Rodrigo Samways Pacheco Dos Santos" userId="e962095f-e3b1-48bd-9b4e-699b4adc235a" providerId="ADAL" clId="{68FF21AD-6F4F-41F7-8CB9-ADFA948295D1}" dt="2022-12-21T03:10:48.995" v="14" actId="478"/>
          <ac:picMkLst>
            <pc:docMk/>
            <pc:sldMk cId="2570752246" sldId="317"/>
            <ac:picMk id="2" creationId="{6B567CC9-281A-937D-972C-BCD251C54411}"/>
          </ac:picMkLst>
        </pc:picChg>
        <pc:picChg chg="add mod">
          <ac:chgData name="Rodrigo Samways Pacheco Dos Santos" userId="e962095f-e3b1-48bd-9b4e-699b4adc235a" providerId="ADAL" clId="{68FF21AD-6F4F-41F7-8CB9-ADFA948295D1}" dt="2022-12-21T03:10:42.349" v="13" actId="207"/>
          <ac:picMkLst>
            <pc:docMk/>
            <pc:sldMk cId="2570752246" sldId="317"/>
            <ac:picMk id="3" creationId="{703BD392-DBC6-AA97-6653-98CD1323CEC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E9325-8DA9-46CE-96CB-F32884D73040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F7F27-17E6-486A-807B-6CDDD6006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8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425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859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62BDF-55A3-4359-BA31-FE5A87078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6755FA-CE4D-4C1E-A2DB-8B523A438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436673-EAD0-4ECD-9F10-0439BB84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2FC3D2-526E-4C2B-865F-3445215C1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D8C97B-E882-4DD1-9D4A-082710D8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0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2B4F5-F576-4336-AB2C-79756B59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9EB364-8B5D-498F-AA08-28AC6DDFA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C703B3-D1A9-4247-A00F-3B2728F6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F5DB94-B547-4728-AC1C-E53065D2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EA2F54-2E27-4953-BACE-AE13B0E2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22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B7F82-3D00-4F26-8981-57D79D7C9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A372C0-6A2C-432B-9089-477965669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4E79C-E377-4DA2-809C-2DD480494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CC8312-30D6-40A6-AE5E-22D0D153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2D5530-B4A4-4B7E-BE04-F268B757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551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EAA91-972E-43AD-935B-FF3C50D5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E24CBC-A609-407D-B2EB-20429A723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E39730-187A-4DC3-A51D-7C0C7F01D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1C629C-E5A5-4A51-A963-0D3CDD8AF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A29704-CF6F-4C1C-8121-F60577AAF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04E341-3670-4B07-93A9-D98AC0BD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948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65CFC-6AAC-40F7-A918-5854BFFC8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DA649A-2E95-478C-A5A1-722AA7A0B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3F62C3-8649-4D0B-B304-2947739B4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198DCF-49F7-4573-89EE-9E805C709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AAB5089-9445-4E46-814C-10BAC4C50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CF16FB-52AB-47A5-90F8-0005AFA9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46CDFE-9004-47E6-A90F-2D8FA4CA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EF2D4C0-ACC1-495C-A975-3EC3663D5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1295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F23C3-2049-4956-902E-96979F19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02D2F5-936E-47EF-B814-EC21D0136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3F4FC0-4572-49B8-BA7B-0A4E429C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829344-4808-4C1A-9050-839C50AF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63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CC7297-4CB5-43CC-A966-E66AA7E8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4364DA-502F-4EC2-A1D3-BD6E92B1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6589A4-E47B-49F0-AA39-43659716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2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DA515-43EF-43CF-8E42-5F33E40A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761A49-343C-43CA-BB81-D49E53738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5682B4-8B98-4DB7-85BB-EA8DB8CD4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9E9BBA-C075-4623-AB75-D2917758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F9C316-E81A-46C8-9C6A-904DEBD6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51C8F5-E3ED-461E-9FE9-B58E2C44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3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E232B-D5E6-4D1F-9B63-C8BA5073A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495430-687C-4BEC-B052-693A7F372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3F74E9-A123-48F0-93EA-D084BBABC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852C1B-FAA1-440A-89BC-EBC61959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1B23D3-7B13-4A89-90D9-CA9426DE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2D7791-FAE3-445A-BE6D-F96A2DF1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078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6ABBD3-4ADB-47C2-ACCE-C2C4A14E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386541-0DA2-433C-8B93-B6F82AD13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DDCCF4-C36D-4AB0-B312-FD43FE5A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0D0A6B-71DF-4DF7-9DDB-85AD33E14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88E9C3-E0FA-408B-BA96-FC61415C3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18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51F0B3-9322-40CD-A0D6-06C5123A4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9A878F-C9A0-47F4-BBC6-725E9B679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A7D25A-E614-471D-85C8-F8EC1CCAC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E81F79-DF67-42CB-9203-6B07D1FF2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DEDA0E-35E4-40CC-A120-47D810AF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44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4437514-29E1-4584-9726-F84BB3B9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81F8FE-BF05-42FE-8B1E-007684C3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37ED45-0F6A-4268-8038-905D90C3B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BE3C11-BBE0-4DD0-B0F8-9CE7F5C40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0BBF59-9448-4D5E-8ABB-608DFDEFF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386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svg"/><Relationship Id="rId7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5.png"/><Relationship Id="rId7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C:\wamp64\www\Aulas_FIESC\Aula_002\Projeto_Cadastro_Tarefas\CSS\projeto.css" TargetMode="External"/><Relationship Id="rId5" Type="http://schemas.openxmlformats.org/officeDocument/2006/relationships/hyperlink" Target="file:///C:\wamp64\www\Aulas_FIESC\Aula_002\Projeto_Cadastro_Tarefas\tarefas5.php" TargetMode="External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387D7B04-38D4-43A1-942E-DBDEFA30FE6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4" y="0"/>
            <a:ext cx="12191999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C6A0833-91DC-45B9-A758-824340ACCF6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14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28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3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99259C4F-44DB-4F28-B050-2EE4A3DB24D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1290" y="964986"/>
            <a:ext cx="1648409" cy="427365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DCBD100D-4F3A-4EC6-BFDE-71DBBBB7BB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0417" y="4779072"/>
            <a:ext cx="4053843" cy="55312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3B02180-6B20-4B70-AE1D-148F68EFF2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11083" y="11399"/>
            <a:ext cx="671804" cy="4244718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332E39-6653-49DB-87FF-5E98C408AD16}"/>
              </a:ext>
            </a:extLst>
          </p:cNvPr>
          <p:cNvSpPr txBox="1"/>
          <p:nvPr/>
        </p:nvSpPr>
        <p:spPr>
          <a:xfrm>
            <a:off x="1027317" y="1846975"/>
            <a:ext cx="106575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DESENVOLVIMENTO </a:t>
            </a:r>
          </a:p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DE</a:t>
            </a:r>
          </a:p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SISTEMAS</a:t>
            </a:r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F8B76AC7-B5BF-414C-9191-D81145C292A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4350" y="454039"/>
            <a:ext cx="404970" cy="1099553"/>
          </a:xfrm>
          <a:prstGeom prst="rect">
            <a:avLst/>
          </a:prstGeom>
        </p:spPr>
      </p:pic>
      <p:sp>
        <p:nvSpPr>
          <p:cNvPr id="54" name="Retângulo 53">
            <a:extLst>
              <a:ext uri="{FF2B5EF4-FFF2-40B4-BE49-F238E27FC236}">
                <a16:creationId xmlns:a16="http://schemas.microsoft.com/office/drawing/2014/main" id="{926383AD-AE9B-45BC-817E-5C255055B3B5}"/>
              </a:ext>
            </a:extLst>
          </p:cNvPr>
          <p:cNvSpPr/>
          <p:nvPr/>
        </p:nvSpPr>
        <p:spPr>
          <a:xfrm>
            <a:off x="1641230" y="1830152"/>
            <a:ext cx="9856671" cy="300144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1DD70F1-243D-4569-AE61-1AF027E6DF8A}"/>
              </a:ext>
            </a:extLst>
          </p:cNvPr>
          <p:cNvSpPr/>
          <p:nvPr/>
        </p:nvSpPr>
        <p:spPr>
          <a:xfrm>
            <a:off x="1139345" y="52529"/>
            <a:ext cx="360125" cy="4779072"/>
          </a:xfrm>
          <a:prstGeom prst="rect">
            <a:avLst/>
          </a:prstGeom>
          <a:gradFill>
            <a:gsLst>
              <a:gs pos="0">
                <a:srgbClr val="12ACB1"/>
              </a:gs>
              <a:gs pos="100000">
                <a:srgbClr val="17C3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39AC20-D6DF-9838-26A6-06F2461FE7CF}"/>
              </a:ext>
            </a:extLst>
          </p:cNvPr>
          <p:cNvSpPr txBox="1"/>
          <p:nvPr/>
        </p:nvSpPr>
        <p:spPr>
          <a:xfrm>
            <a:off x="240417" y="6002487"/>
            <a:ext cx="3231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ln>
                  <a:solidFill>
                    <a:srgbClr val="002060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Prof. Sergio Luiz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4BE00B7-45F4-6CE4-B171-F47517ABD2CD}"/>
              </a:ext>
            </a:extLst>
          </p:cNvPr>
          <p:cNvGrpSpPr/>
          <p:nvPr/>
        </p:nvGrpSpPr>
        <p:grpSpPr>
          <a:xfrm>
            <a:off x="6001019" y="5840400"/>
            <a:ext cx="6096000" cy="1127121"/>
            <a:chOff x="714916" y="6184918"/>
            <a:chExt cx="6096000" cy="1127121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741A1557-6D28-2FF9-7557-C160ED235D4C}"/>
                </a:ext>
              </a:extLst>
            </p:cNvPr>
            <p:cNvGrpSpPr/>
            <p:nvPr/>
          </p:nvGrpSpPr>
          <p:grpSpPr>
            <a:xfrm>
              <a:off x="4507903" y="6184918"/>
              <a:ext cx="2133600" cy="1127121"/>
              <a:chOff x="11316237" y="4704108"/>
              <a:chExt cx="2133600" cy="1127121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79AF74E-23E7-CC04-7147-EF32507A0548}"/>
                  </a:ext>
                </a:extLst>
              </p:cNvPr>
              <p:cNvSpPr/>
              <p:nvPr/>
            </p:nvSpPr>
            <p:spPr>
              <a:xfrm>
                <a:off x="11411888" y="5024846"/>
                <a:ext cx="1909150" cy="4856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8" name="Picture 2" descr="FIESC">
                <a:extLst>
                  <a:ext uri="{FF2B5EF4-FFF2-40B4-BE49-F238E27FC236}">
                    <a16:creationId xmlns:a16="http://schemas.microsoft.com/office/drawing/2014/main" id="{F69147E4-F541-C503-7CDA-10142697A4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6237" y="4704108"/>
                <a:ext cx="2133600" cy="11271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BE9F89A4-E230-578B-02A3-8F02DE4AFF8F}"/>
                </a:ext>
              </a:extLst>
            </p:cNvPr>
            <p:cNvGrpSpPr/>
            <p:nvPr/>
          </p:nvGrpSpPr>
          <p:grpSpPr>
            <a:xfrm>
              <a:off x="714916" y="6969796"/>
              <a:ext cx="6096000" cy="276999"/>
              <a:chOff x="7167967" y="7007403"/>
              <a:chExt cx="6096000" cy="276999"/>
            </a:xfrm>
          </p:grpSpPr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53DD76F8-FEDE-0490-8FD6-FC99520FA603}"/>
                  </a:ext>
                </a:extLst>
              </p:cNvPr>
              <p:cNvSpPr/>
              <p:nvPr/>
            </p:nvSpPr>
            <p:spPr>
              <a:xfrm>
                <a:off x="7167967" y="7054587"/>
                <a:ext cx="6096000" cy="182632"/>
              </a:xfrm>
              <a:prstGeom prst="rect">
                <a:avLst/>
              </a:prstGeom>
              <a:solidFill>
                <a:srgbClr val="005C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14143C"/>
                  </a:solidFill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46A4467-A1FC-CB2D-A849-25EA6842EE93}"/>
                  </a:ext>
                </a:extLst>
              </p:cNvPr>
              <p:cNvSpPr txBox="1"/>
              <p:nvPr/>
            </p:nvSpPr>
            <p:spPr>
              <a:xfrm>
                <a:off x="11239794" y="7007403"/>
                <a:ext cx="15759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b="1" i="1" dirty="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SESI – SENAI - IEL</a:t>
                </a:r>
              </a:p>
            </p:txBody>
          </p:sp>
        </p:grpSp>
      </p:grpSp>
      <p:pic>
        <p:nvPicPr>
          <p:cNvPr id="32" name="Gráfico 31">
            <a:extLst>
              <a:ext uri="{FF2B5EF4-FFF2-40B4-BE49-F238E27FC236}">
                <a16:creationId xmlns:a16="http://schemas.microsoft.com/office/drawing/2014/main" id="{7848A1A8-D520-4632-B97C-0918995316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4098" y="449246"/>
            <a:ext cx="7334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9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387D7B04-38D4-43A1-942E-DBDEFA30FE6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4" y="0"/>
            <a:ext cx="12191999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C6A0833-91DC-45B9-A758-824340ACCF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email">
            <a:alphaModFix amt="14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28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399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99259C4F-44DB-4F28-B050-2EE4A3DB24D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1290" y="964986"/>
            <a:ext cx="1648409" cy="427365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DCBD100D-4F3A-4EC6-BFDE-71DBBBB7BB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0417" y="4779072"/>
            <a:ext cx="4053843" cy="55312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3B02180-6B20-4B70-AE1D-148F68EFF2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11083" y="11399"/>
            <a:ext cx="671804" cy="4244718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332E39-6653-49DB-87FF-5E98C408AD16}"/>
              </a:ext>
            </a:extLst>
          </p:cNvPr>
          <p:cNvSpPr txBox="1"/>
          <p:nvPr/>
        </p:nvSpPr>
        <p:spPr>
          <a:xfrm>
            <a:off x="1139345" y="1916011"/>
            <a:ext cx="106575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Branding Black" panose="00000A00000000000000" pitchFamily="50" charset="0"/>
              </a:rPr>
              <a:t>Entrada de Dados</a:t>
            </a:r>
          </a:p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Branding Black" panose="00000A00000000000000" pitchFamily="50" charset="0"/>
              </a:rPr>
              <a:t>Em</a:t>
            </a:r>
          </a:p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Branding Black" panose="00000A00000000000000" pitchFamily="50" charset="0"/>
              </a:rPr>
              <a:t>Formulário</a:t>
            </a:r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F8B76AC7-B5BF-414C-9191-D81145C292A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4350" y="454039"/>
            <a:ext cx="404970" cy="1099553"/>
          </a:xfrm>
          <a:prstGeom prst="rect">
            <a:avLst/>
          </a:prstGeom>
        </p:spPr>
      </p:pic>
      <p:sp>
        <p:nvSpPr>
          <p:cNvPr id="54" name="Retângulo 53">
            <a:extLst>
              <a:ext uri="{FF2B5EF4-FFF2-40B4-BE49-F238E27FC236}">
                <a16:creationId xmlns:a16="http://schemas.microsoft.com/office/drawing/2014/main" id="{926383AD-AE9B-45BC-817E-5C255055B3B5}"/>
              </a:ext>
            </a:extLst>
          </p:cNvPr>
          <p:cNvSpPr/>
          <p:nvPr/>
        </p:nvSpPr>
        <p:spPr>
          <a:xfrm>
            <a:off x="1641230" y="1830152"/>
            <a:ext cx="9856671" cy="300144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1DD70F1-243D-4569-AE61-1AF027E6DF8A}"/>
              </a:ext>
            </a:extLst>
          </p:cNvPr>
          <p:cNvSpPr/>
          <p:nvPr/>
        </p:nvSpPr>
        <p:spPr>
          <a:xfrm>
            <a:off x="1139345" y="52529"/>
            <a:ext cx="360125" cy="4779072"/>
          </a:xfrm>
          <a:prstGeom prst="rect">
            <a:avLst/>
          </a:prstGeom>
          <a:gradFill>
            <a:gsLst>
              <a:gs pos="0">
                <a:srgbClr val="12ACB1"/>
              </a:gs>
              <a:gs pos="100000">
                <a:srgbClr val="17C3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39AC20-D6DF-9838-26A6-06F2461FE7CF}"/>
              </a:ext>
            </a:extLst>
          </p:cNvPr>
          <p:cNvSpPr txBox="1"/>
          <p:nvPr/>
        </p:nvSpPr>
        <p:spPr>
          <a:xfrm>
            <a:off x="240417" y="6002487"/>
            <a:ext cx="3231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ln>
                  <a:solidFill>
                    <a:srgbClr val="002060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Prof. Sergio Luiz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4BE00B7-45F4-6CE4-B171-F47517ABD2CD}"/>
              </a:ext>
            </a:extLst>
          </p:cNvPr>
          <p:cNvGrpSpPr/>
          <p:nvPr/>
        </p:nvGrpSpPr>
        <p:grpSpPr>
          <a:xfrm>
            <a:off x="6001019" y="5840400"/>
            <a:ext cx="6096000" cy="1127121"/>
            <a:chOff x="714916" y="6184918"/>
            <a:chExt cx="6096000" cy="1127121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741A1557-6D28-2FF9-7557-C160ED235D4C}"/>
                </a:ext>
              </a:extLst>
            </p:cNvPr>
            <p:cNvGrpSpPr/>
            <p:nvPr/>
          </p:nvGrpSpPr>
          <p:grpSpPr>
            <a:xfrm>
              <a:off x="4507903" y="6184918"/>
              <a:ext cx="2133600" cy="1127121"/>
              <a:chOff x="11316237" y="4704108"/>
              <a:chExt cx="2133600" cy="1127121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79AF74E-23E7-CC04-7147-EF32507A0548}"/>
                  </a:ext>
                </a:extLst>
              </p:cNvPr>
              <p:cNvSpPr/>
              <p:nvPr/>
            </p:nvSpPr>
            <p:spPr>
              <a:xfrm>
                <a:off x="11411888" y="5024846"/>
                <a:ext cx="1909150" cy="4856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8" name="Picture 2" descr="FIESC">
                <a:extLst>
                  <a:ext uri="{FF2B5EF4-FFF2-40B4-BE49-F238E27FC236}">
                    <a16:creationId xmlns:a16="http://schemas.microsoft.com/office/drawing/2014/main" id="{F69147E4-F541-C503-7CDA-10142697A4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6237" y="4704108"/>
                <a:ext cx="2133600" cy="11271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BE9F89A4-E230-578B-02A3-8F02DE4AFF8F}"/>
                </a:ext>
              </a:extLst>
            </p:cNvPr>
            <p:cNvGrpSpPr/>
            <p:nvPr/>
          </p:nvGrpSpPr>
          <p:grpSpPr>
            <a:xfrm>
              <a:off x="714916" y="6969796"/>
              <a:ext cx="6096000" cy="276999"/>
              <a:chOff x="7167967" y="7007403"/>
              <a:chExt cx="6096000" cy="276999"/>
            </a:xfrm>
          </p:grpSpPr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53DD76F8-FEDE-0490-8FD6-FC99520FA603}"/>
                  </a:ext>
                </a:extLst>
              </p:cNvPr>
              <p:cNvSpPr/>
              <p:nvPr/>
            </p:nvSpPr>
            <p:spPr>
              <a:xfrm>
                <a:off x="7167967" y="7054587"/>
                <a:ext cx="6096000" cy="182632"/>
              </a:xfrm>
              <a:prstGeom prst="rect">
                <a:avLst/>
              </a:prstGeom>
              <a:solidFill>
                <a:srgbClr val="005C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14143C"/>
                  </a:solidFill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46A4467-A1FC-CB2D-A849-25EA6842EE93}"/>
                  </a:ext>
                </a:extLst>
              </p:cNvPr>
              <p:cNvSpPr txBox="1"/>
              <p:nvPr/>
            </p:nvSpPr>
            <p:spPr>
              <a:xfrm>
                <a:off x="11239794" y="7007403"/>
                <a:ext cx="15759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b="1" i="1" dirty="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SESI – SENAI - IEL</a:t>
                </a:r>
              </a:p>
            </p:txBody>
          </p:sp>
        </p:grpSp>
      </p:grpSp>
      <p:pic>
        <p:nvPicPr>
          <p:cNvPr id="32" name="Gráfico 31">
            <a:extLst>
              <a:ext uri="{FF2B5EF4-FFF2-40B4-BE49-F238E27FC236}">
                <a16:creationId xmlns:a16="http://schemas.microsoft.com/office/drawing/2014/main" id="{7848A1A8-D520-4632-B97C-0918995316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4098" y="449246"/>
            <a:ext cx="7334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095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113638"/>
            <a:ext cx="71769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INTRODUÇÃO</a:t>
            </a:r>
            <a:endParaRPr lang="pt-BR" sz="44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529610" y="1709368"/>
            <a:ext cx="1113277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Na aula anterior, foram apresentadas várias funcionalidades do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também sua sintaxe para blocos e laços utilizados em diversas linguagens.</a:t>
            </a:r>
          </a:p>
          <a:p>
            <a:pPr algn="just"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Agora vamos a um novo projeto: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1FE2F4C-1B77-CB80-79BA-1705D90A47C2}"/>
              </a:ext>
            </a:extLst>
          </p:cNvPr>
          <p:cNvSpPr txBox="1"/>
          <p:nvPr/>
        </p:nvSpPr>
        <p:spPr>
          <a:xfrm>
            <a:off x="610969" y="4233252"/>
            <a:ext cx="11132779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tabLst>
                <a:tab pos="531813" algn="l"/>
              </a:tabLst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A CONSTRUÇÃO DE UMA LISTA DE 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32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290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113638"/>
            <a:ext cx="71769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INTRODUÇÃO</a:t>
            </a:r>
            <a:endParaRPr lang="pt-BR" sz="44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802215" y="1649695"/>
            <a:ext cx="10587569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	Nosso projeto será composto por apenas algumas páginas, como a lista de tarefas e um formulário para adicioná-las e editá-las.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	Durante este projeto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será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necessário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receber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dados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usuário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, no caso, as descrições das tarefas.</a:t>
            </a:r>
          </a:p>
        </p:txBody>
      </p:sp>
    </p:spTree>
    <p:extLst>
      <p:ext uri="{BB962C8B-B14F-4D97-AF65-F5344CB8AC3E}">
        <p14:creationId xmlns:p14="http://schemas.microsoft.com/office/powerpoint/2010/main" val="261437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113638"/>
            <a:ext cx="71769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INTRODUÇÃO</a:t>
            </a:r>
            <a:endParaRPr lang="pt-BR" sz="44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802215" y="2274838"/>
            <a:ext cx="105875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	É muito provável que você já tenha usado sites que pedem algum tipo de informação, ou mesmo sistemas online nos quais é necessário cadastrar vários tipos de dados.</a:t>
            </a:r>
          </a:p>
        </p:txBody>
      </p:sp>
    </p:spTree>
    <p:extLst>
      <p:ext uri="{BB962C8B-B14F-4D97-AF65-F5344CB8AC3E}">
        <p14:creationId xmlns:p14="http://schemas.microsoft.com/office/powerpoint/2010/main" val="3289875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113638"/>
            <a:ext cx="71769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INTRODUÇÃO</a:t>
            </a:r>
            <a:endParaRPr lang="pt-BR" sz="44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802215" y="2274838"/>
            <a:ext cx="105875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	Pois é exatamente isso o que faremos —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exibiremos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um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formulário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perguntando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algumas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informações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usuário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e quando ele inserir as informações, iremos tratá-las. </a:t>
            </a:r>
            <a:endParaRPr lang="pt-BR" sz="36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891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FORMULÁRIO DE CADASTRO DE TAREFAS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529610" y="2151727"/>
            <a:ext cx="111327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Trabalhar com web exige conhecimentos em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00CC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HTML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E quando digo conhecimentos em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00CC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HTML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estou dizendo realmente conhecer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00CC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HTML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não ter medo de criar páginas usando apenas um editor de textos para escrever seu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00CC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HTML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431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FORMULÁRIO DE CADASTRO DE TAREFAS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529610" y="1582340"/>
            <a:ext cx="1113277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Se você já conhece um pouco (ou bastante) de web e usa editores nos quais você praticamente desenha a página, como o Dreamweaver e similares, eu recomendo que utilize apenas um editor de texto para reproduzir os exercícios da aula.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Assim fica mais fácil de entender o que está acontecendo e por que acontece desta ou daquela maneira.</a:t>
            </a:r>
            <a:endParaRPr lang="pt-BR" sz="32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2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FORMULÁRIO DE CADASTRO DE TAREFAS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423412" y="1512304"/>
            <a:ext cx="111327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Vamos ao formulário para o cadastro das tarefas.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Crie uma pasta nova chamada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PROJETO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dentro da pasta do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htdocs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(do XAMPP) ou dentro da pasta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www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(do WAMP).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Nesta pasta, crie um arquivo chamado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E7428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tarefas.php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C99814-A663-2F1D-5B77-36169F684469}"/>
              </a:ext>
            </a:extLst>
          </p:cNvPr>
          <p:cNvSpPr txBox="1"/>
          <p:nvPr/>
        </p:nvSpPr>
        <p:spPr>
          <a:xfrm>
            <a:off x="423412" y="4887539"/>
            <a:ext cx="11132779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	Neste arquivo vamos criar o formulário para as tarefas.</a:t>
            </a:r>
            <a:endParaRPr lang="pt-BR" sz="28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39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9F53BDF-1CDF-DFD9-8A82-D253A01F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10" y="1594465"/>
            <a:ext cx="10885203" cy="47658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FORMULÁRIO DE CADASTRO DE TAREFAS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423411" y="1009690"/>
            <a:ext cx="111327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tabLst>
                <a:tab pos="531813" algn="l"/>
              </a:tabLst>
            </a:pPr>
            <a:r>
              <a:rPr lang="pt-BR" sz="3200">
                <a:latin typeface="Arial" panose="020B0604020202020204" pitchFamily="34" charset="0"/>
                <a:cs typeface="Arial" panose="020B0604020202020204" pitchFamily="34" charset="0"/>
              </a:rPr>
              <a:t>Inicie o arquivo com o seguinte conteúdo básico: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497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FORMULÁRIO DE CADASTRO DE TAREFAS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529610" y="2074783"/>
            <a:ext cx="11132779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Execute o código, nosso projeto irá começar simples e depois adicionaremos mais funcionalidades conforme a necessidade.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Por isso, vamos começar pelo mais importante, o nome da tarefa a ser realizada.</a:t>
            </a:r>
          </a:p>
        </p:txBody>
      </p:sp>
    </p:spTree>
    <p:extLst>
      <p:ext uri="{BB962C8B-B14F-4D97-AF65-F5344CB8AC3E}">
        <p14:creationId xmlns:p14="http://schemas.microsoft.com/office/powerpoint/2010/main" val="4257216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FORMULÁRIO DE CADASTRO DE TAREFAS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362446A-7DEF-4958-30D3-C9D1F7E972D0}"/>
              </a:ext>
            </a:extLst>
          </p:cNvPr>
          <p:cNvSpPr txBox="1"/>
          <p:nvPr/>
        </p:nvSpPr>
        <p:spPr>
          <a:xfrm>
            <a:off x="734496" y="1751617"/>
            <a:ext cx="10723007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Não tenha medo de digitar o código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00CC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HTML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lembre-se de treinar bastante, assim fica na sua memória muscular.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Adicione o código do formulário logo após o comentário no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00CC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HTML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diz que ali irá o restante do código. 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Depois execute e veja o resultado.</a:t>
            </a:r>
          </a:p>
        </p:txBody>
      </p:sp>
    </p:spTree>
    <p:extLst>
      <p:ext uri="{BB962C8B-B14F-4D97-AF65-F5344CB8AC3E}">
        <p14:creationId xmlns:p14="http://schemas.microsoft.com/office/powerpoint/2010/main" val="267535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FORMULÁRIO DE CADASTRO DE TAREFAS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423412" y="1009690"/>
            <a:ext cx="111327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Este é o código que define o nosso formulário: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0925EA2-7F4B-8C36-1076-0F90C43F3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85" y="1658291"/>
            <a:ext cx="10035250" cy="4772273"/>
          </a:xfrm>
          <a:prstGeom prst="rect">
            <a:avLst/>
          </a:prstGeom>
        </p:spPr>
      </p:pic>
      <p:sp>
        <p:nvSpPr>
          <p:cNvPr id="9" name="Seta: de Cima para Baixo 8">
            <a:extLst>
              <a:ext uri="{FF2B5EF4-FFF2-40B4-BE49-F238E27FC236}">
                <a16:creationId xmlns:a16="http://schemas.microsoft.com/office/drawing/2014/main" id="{A08902EE-9910-BECC-FA6C-85A8A2D51697}"/>
              </a:ext>
            </a:extLst>
          </p:cNvPr>
          <p:cNvSpPr/>
          <p:nvPr/>
        </p:nvSpPr>
        <p:spPr>
          <a:xfrm>
            <a:off x="711201" y="2015274"/>
            <a:ext cx="843664" cy="4119307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  as TAG BODY</a:t>
            </a:r>
          </a:p>
        </p:txBody>
      </p:sp>
    </p:spTree>
    <p:extLst>
      <p:ext uri="{BB962C8B-B14F-4D97-AF65-F5344CB8AC3E}">
        <p14:creationId xmlns:p14="http://schemas.microsoft.com/office/powerpoint/2010/main" val="155322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FORMULÁRIO DE CADASTRO DE TAREFAS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423412" y="1009690"/>
            <a:ext cx="111327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Seu formulário vai ficar bem parecido com este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9183466-BA0A-0C7E-09A2-9E67C03CC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449" y="1743009"/>
            <a:ext cx="10698904" cy="426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19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ENTRADA DE DADOS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529610" y="1505396"/>
            <a:ext cx="11132779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Certo, agora temos um formulário sendo exibido, mas, como será que 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consegue pegar os dados que são informados nos formulários?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Vamos fazer um experimento: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no nome da tarefa, digite </a:t>
            </a:r>
            <a:r>
              <a:rPr lang="pt-BR" sz="3200" b="1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Estudar 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clique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botão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Cadastrar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que aconteceu? Aparentemente, nada, mas o texto sumiu da caixa de texto.</a:t>
            </a:r>
          </a:p>
        </p:txBody>
      </p:sp>
    </p:spTree>
    <p:extLst>
      <p:ext uri="{BB962C8B-B14F-4D97-AF65-F5344CB8AC3E}">
        <p14:creationId xmlns:p14="http://schemas.microsoft.com/office/powerpoint/2010/main" val="75839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A1F5E45D-6FA6-A27F-F78F-C4986F72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44" y="3415104"/>
            <a:ext cx="10520665" cy="3181794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ENTRADA DE DADOS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423412" y="1009690"/>
            <a:ext cx="1113277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E outra coisa muito interessante também aconteceu, o endereço do nosso script mudou!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Sim, repare que agora existe uma interrogação no endereço, seguida por um texto que tem muito a nos dizer. 	Veja como ficou o endereço: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033950E-E938-63F8-CCDF-C1FFA81921A4}"/>
              </a:ext>
            </a:extLst>
          </p:cNvPr>
          <p:cNvSpPr/>
          <p:nvPr/>
        </p:nvSpPr>
        <p:spPr>
          <a:xfrm>
            <a:off x="7797800" y="3930650"/>
            <a:ext cx="2957830" cy="4572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495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ENTRADA DE DADOS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529610" y="1582340"/>
            <a:ext cx="1113277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nome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>
                <a:solidFill>
                  <a:srgbClr val="E7428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no formulário é </a:t>
            </a:r>
            <a:r>
              <a:rPr lang="pt-BR" sz="32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neste endereço temos um trecho </a:t>
            </a:r>
            <a:r>
              <a:rPr lang="pt-BR" sz="32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nome=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ou seja, o que digitamos no campo foi enviado através do endereço, através da URL. 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Na primeira vez que chamamos a página, seu endereço não tinha o trecho com o nome da tarefa, mas quando digitamos o nome e enviamos, este trecho passou a aparecer depois do símbolo de interrogação ( ?).</a:t>
            </a:r>
          </a:p>
        </p:txBody>
      </p:sp>
    </p:spTree>
    <p:extLst>
      <p:ext uri="{BB962C8B-B14F-4D97-AF65-F5344CB8AC3E}">
        <p14:creationId xmlns:p14="http://schemas.microsoft.com/office/powerpoint/2010/main" val="189938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ENTRADA DE DADOS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615326" y="1750331"/>
            <a:ext cx="10723008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Ou seja,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formulário serve para enviarmos os dados para algum lugar.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Legal, já sabemos que o nome da tarefa foi enviado através da URL.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Agora a questão é: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Como pegar esse dado dentro do PHP?</a:t>
            </a:r>
          </a:p>
        </p:txBody>
      </p:sp>
    </p:spTree>
    <p:extLst>
      <p:ext uri="{BB962C8B-B14F-4D97-AF65-F5344CB8AC3E}">
        <p14:creationId xmlns:p14="http://schemas.microsoft.com/office/powerpoint/2010/main" val="221872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581101" y="2074783"/>
            <a:ext cx="10723008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Em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é super simples pegar os dados fornecidos pelo usuário através de formulários e URLs.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Em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existem algumas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variáveis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chamadas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i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globais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isso significa que estas variáveis existem em todos os escopos de seus programas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261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581101" y="1428452"/>
            <a:ext cx="10723008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Ou seja,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você pode acessá-las dentro de funções, dentro de laços, dentro de classes...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Enfim, em qualquer lugar do seu código elas estarão disponíveis.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No nosso caso, vamos usar a </a:t>
            </a:r>
            <a:r>
              <a:rPr lang="pt-BR" sz="3200" b="1" i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global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$_GET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Lembra dos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arrays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foram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usados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fazer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calendário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92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615326" y="1750331"/>
            <a:ext cx="1072300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$_GET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também é um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o mais interessante é que 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pega o que está na URL e coloca em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$_GET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para usarmos!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Vamos fazer um teste exibindo o nome digitado logo após o nosso formulário.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Para isso,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após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fechamento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formulário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ou seja, depois da </a:t>
            </a:r>
            <a:r>
              <a:rPr lang="pt-BR" sz="32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, adicione o seguinte código: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56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615326" y="1750331"/>
            <a:ext cx="1072300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$_GET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também é um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o mais interessante é que 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pega o que está na URL e coloca em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$_GET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para usarmos!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Vamos fazer um teste exibindo o nome digitado logo após o nosso formulário.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Para isso,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após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fechamento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formulário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ou seja, depois da </a:t>
            </a:r>
            <a:r>
              <a:rPr lang="pt-BR" sz="32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pt-BR" sz="3200" b="1" dirty="0" err="1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pt-BR" sz="32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adicione o seguinte código: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61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2506B8F-DDFB-98CE-472E-AAAC7481CB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39" y="1379059"/>
            <a:ext cx="10268881" cy="37485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Seta: de Cima para Baixo 8">
            <a:extLst>
              <a:ext uri="{FF2B5EF4-FFF2-40B4-BE49-F238E27FC236}">
                <a16:creationId xmlns:a16="http://schemas.microsoft.com/office/drawing/2014/main" id="{6DB54ACF-645B-8330-F513-606C9DFCC449}"/>
              </a:ext>
            </a:extLst>
          </p:cNvPr>
          <p:cNvSpPr/>
          <p:nvPr/>
        </p:nvSpPr>
        <p:spPr>
          <a:xfrm>
            <a:off x="599877" y="1853425"/>
            <a:ext cx="1297791" cy="2799794"/>
          </a:xfrm>
          <a:prstGeom prst="up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Depois da TAG &lt;/</a:t>
            </a:r>
            <a:r>
              <a:rPr lang="pt-BR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0386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2506B8F-DDFB-98CE-472E-AAAC7481CB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/>
          <a:srcRect t="41950" b="27558"/>
          <a:stretch/>
        </p:blipFill>
        <p:spPr>
          <a:xfrm>
            <a:off x="877539" y="1269047"/>
            <a:ext cx="10268881" cy="11430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E5B3A0C-B7A5-5C8D-834C-0BB235E5C324}"/>
              </a:ext>
            </a:extLst>
          </p:cNvPr>
          <p:cNvSpPr txBox="1"/>
          <p:nvPr/>
        </p:nvSpPr>
        <p:spPr>
          <a:xfrm>
            <a:off x="787077" y="2892844"/>
            <a:ext cx="1051703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Neste trecho estamos usando 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isset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verifica se uma variável existe, ou, neste caso, se o índice nome existe no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E7428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$_GET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Caso o índice exista, vamos exibi-lo usando 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echo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3458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E5B3A0C-B7A5-5C8D-834C-0BB235E5C324}"/>
              </a:ext>
            </a:extLst>
          </p:cNvPr>
          <p:cNvSpPr txBox="1"/>
          <p:nvPr/>
        </p:nvSpPr>
        <p:spPr>
          <a:xfrm>
            <a:off x="837484" y="1905506"/>
            <a:ext cx="10517031" cy="30469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Em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assim como em outras linguagens, é necessário definir uma variável antes de tentar usá-la.</a:t>
            </a:r>
          </a:p>
          <a:p>
            <a:pPr algn="just"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isset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é interessante para nos ajudar a verificar se uma variável existe, ou neste caso, um índice em um </a:t>
            </a:r>
            <a:r>
              <a:rPr lang="pt-BR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pois 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isset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não irá gerar um erro, dizendo que a variável não existe. </a:t>
            </a:r>
          </a:p>
        </p:txBody>
      </p:sp>
    </p:spTree>
    <p:extLst>
      <p:ext uri="{BB962C8B-B14F-4D97-AF65-F5344CB8AC3E}">
        <p14:creationId xmlns:p14="http://schemas.microsoft.com/office/powerpoint/2010/main" val="798334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E5B3A0C-B7A5-5C8D-834C-0BB235E5C324}"/>
              </a:ext>
            </a:extLst>
          </p:cNvPr>
          <p:cNvSpPr txBox="1"/>
          <p:nvPr/>
        </p:nvSpPr>
        <p:spPr>
          <a:xfrm>
            <a:off x="576277" y="774790"/>
            <a:ext cx="10570143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Atualize sua página, ela deverá ficar assim: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2F10284-9518-D0B0-9E29-294B2022E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6258" y="1406749"/>
            <a:ext cx="8544237" cy="3364585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0199975A-52F1-19FB-84D6-2E49FC94B918}"/>
              </a:ext>
            </a:extLst>
          </p:cNvPr>
          <p:cNvSpPr/>
          <p:nvPr/>
        </p:nvSpPr>
        <p:spPr>
          <a:xfrm>
            <a:off x="1556258" y="4293751"/>
            <a:ext cx="3406856" cy="4572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8C25EA6-8C0B-27B3-22BB-6EAD086AAD22}"/>
              </a:ext>
            </a:extLst>
          </p:cNvPr>
          <p:cNvSpPr txBox="1"/>
          <p:nvPr/>
        </p:nvSpPr>
        <p:spPr>
          <a:xfrm>
            <a:off x="3259686" y="5185126"/>
            <a:ext cx="609407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Exibindo os dados usando </a:t>
            </a:r>
            <a:r>
              <a:rPr lang="pt-BR" b="1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$_GET</a:t>
            </a:r>
          </a:p>
        </p:txBody>
      </p:sp>
    </p:spTree>
    <p:extLst>
      <p:ext uri="{BB962C8B-B14F-4D97-AF65-F5344CB8AC3E}">
        <p14:creationId xmlns:p14="http://schemas.microsoft.com/office/powerpoint/2010/main" val="1159436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C790BA-2A86-25C8-E689-B129C3C8FBC2}"/>
              </a:ext>
            </a:extLst>
          </p:cNvPr>
          <p:cNvSpPr txBox="1"/>
          <p:nvPr/>
        </p:nvSpPr>
        <p:spPr>
          <a:xfrm>
            <a:off x="895358" y="2397948"/>
            <a:ext cx="1040128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Legal, agora que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sabemos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pegar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valor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foi passado através da URL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usando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$_GET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podemos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guardar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valor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um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array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será a nossa lista de 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3624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C790BA-2A86-25C8-E689-B129C3C8FBC2}"/>
              </a:ext>
            </a:extLst>
          </p:cNvPr>
          <p:cNvSpPr txBox="1"/>
          <p:nvPr/>
        </p:nvSpPr>
        <p:spPr>
          <a:xfrm>
            <a:off x="895358" y="2397948"/>
            <a:ext cx="1040128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Para isso,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troque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código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acabamos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fazer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para exibir o nome informado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um que pegue o valor em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E742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$_GET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guarde em um </a:t>
            </a:r>
            <a:r>
              <a:rPr lang="pt-BR" sz="3200" b="1" dirty="0" err="1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chamado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lista_tarefas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354745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96EAFD6-41A7-7EB1-99A2-5820F9ADB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389" y="4035755"/>
            <a:ext cx="9577664" cy="20736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64616FA-14C1-6154-F0BE-1C244D2F7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9389" y="1072079"/>
            <a:ext cx="9577664" cy="207364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0C2F9BE6-93CA-9D8D-4DCB-1DB720BAFF9B}"/>
              </a:ext>
            </a:extLst>
          </p:cNvPr>
          <p:cNvSpPr txBox="1"/>
          <p:nvPr/>
        </p:nvSpPr>
        <p:spPr>
          <a:xfrm>
            <a:off x="423412" y="3287385"/>
            <a:ext cx="11071859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tabLst>
                <a:tab pos="531813" algn="l"/>
              </a:tabLst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troque o código acima pelo código abaixo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ímbolo de &quot;Não Permitido&quot; 13">
            <a:extLst>
              <a:ext uri="{FF2B5EF4-FFF2-40B4-BE49-F238E27FC236}">
                <a16:creationId xmlns:a16="http://schemas.microsoft.com/office/drawing/2014/main" id="{B4B7507F-69C8-AFBE-ED10-5F7F42FADD59}"/>
              </a:ext>
            </a:extLst>
          </p:cNvPr>
          <p:cNvSpPr/>
          <p:nvPr/>
        </p:nvSpPr>
        <p:spPr>
          <a:xfrm>
            <a:off x="4171950" y="968291"/>
            <a:ext cx="2811780" cy="2155499"/>
          </a:xfrm>
          <a:prstGeom prst="noSmoking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4F205D1D-BE81-EF8A-EC9E-912B673D06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612" b="95538" l="9877" r="92840">
                        <a14:foregroundMark x1="40741" y1="9711" x2="54074" y2="7612"/>
                        <a14:foregroundMark x1="54074" y1="7612" x2="58025" y2="9186"/>
                        <a14:foregroundMark x1="90370" y1="35696" x2="93086" y2="52231"/>
                        <a14:foregroundMark x1="93086" y1="52231" x2="92840" y2="54331"/>
                        <a14:foregroundMark x1="48148" y1="60630" x2="64691" y2="42782"/>
                        <a14:foregroundMark x1="49877" y1="43832" x2="62716" y2="62205"/>
                        <a14:foregroundMark x1="62716" y1="62205" x2="69383" y2="43307"/>
                        <a14:foregroundMark x1="69383" y1="43307" x2="61975" y2="25984"/>
                        <a14:foregroundMark x1="61975" y1="25984" x2="61235" y2="25197"/>
                        <a14:foregroundMark x1="33827" y1="40945" x2="30864" y2="56168"/>
                        <a14:foregroundMark x1="30864" y1="56168" x2="33333" y2="72441"/>
                        <a14:foregroundMark x1="33333" y1="72441" x2="33580" y2="72703"/>
                        <a14:foregroundMark x1="42469" y1="45144" x2="58519" y2="69816"/>
                        <a14:foregroundMark x1="58519" y1="69816" x2="73086" y2="70604"/>
                        <a14:foregroundMark x1="73086" y1="70604" x2="73333" y2="68241"/>
                        <a14:foregroundMark x1="40247" y1="88976" x2="54815" y2="91339"/>
                        <a14:foregroundMark x1="54815" y1="91339" x2="55062" y2="91076"/>
                        <a14:foregroundMark x1="51605" y1="95538" x2="55309" y2="93176"/>
                        <a14:foregroundMark x1="38765" y1="64042" x2="56543" y2="52231"/>
                        <a14:foregroundMark x1="66667" y1="35958" x2="70370" y2="26772"/>
                        <a14:foregroundMark x1="64938" y1="62467" x2="80000" y2="448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854" y="4406372"/>
            <a:ext cx="1299016" cy="122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2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96EAFD6-41A7-7EB1-99A2-5820F9ADB1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84" y="1091387"/>
            <a:ext cx="9577664" cy="207364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0F4F628-9CD7-3FE7-C994-BC007E09426D}"/>
              </a:ext>
            </a:extLst>
          </p:cNvPr>
          <p:cNvSpPr txBox="1"/>
          <p:nvPr/>
        </p:nvSpPr>
        <p:spPr>
          <a:xfrm>
            <a:off x="941987" y="3380606"/>
            <a:ext cx="1030802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Este código é bem simples, apenas verificamos se existe o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índice nome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dentro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$_GET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exista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criamos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um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novo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lista_tarefas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usando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sintaxe de colchetes vazios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02034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6B3FAE7-FE5E-807C-6922-90921DEB37C5}"/>
              </a:ext>
            </a:extLst>
          </p:cNvPr>
          <p:cNvSpPr txBox="1"/>
          <p:nvPr/>
        </p:nvSpPr>
        <p:spPr>
          <a:xfrm>
            <a:off x="734496" y="2013228"/>
            <a:ext cx="10569613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Agora é necessário exibir a lista de tarefas. </a:t>
            </a:r>
            <a:r>
              <a:rPr lang="pt-BR" sz="2800" u="sng" dirty="0">
                <a:latin typeface="Arial" panose="020B0604020202020204" pitchFamily="34" charset="0"/>
                <a:cs typeface="Arial" panose="020B0604020202020204" pitchFamily="34" charset="0"/>
              </a:rPr>
              <a:t>Ainda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u="sng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u="sng" dirty="0">
                <a:latin typeface="Arial" panose="020B0604020202020204" pitchFamily="34" charset="0"/>
                <a:cs typeface="Arial" panose="020B0604020202020204" pitchFamily="34" charset="0"/>
              </a:rPr>
              <a:t>mesmo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u="sng" dirty="0">
                <a:latin typeface="Arial" panose="020B0604020202020204" pitchFamily="34" charset="0"/>
                <a:cs typeface="Arial" panose="020B0604020202020204" pitchFamily="34" charset="0"/>
              </a:rPr>
              <a:t>arquivo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antes da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&lt;/body&gt;</a:t>
            </a:r>
            <a:r>
              <a:rPr lang="pt-BR" sz="2800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vamos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adicionar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uma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tabela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para listar as atividades.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Dentro desta tabela usaremos o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foreach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para pegar cada uma das tarefas que está no </a:t>
            </a: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lista_tarefas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exibir como linhas da tabela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3515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276477C-A8BE-B88F-1CE5-703E9123F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96" y="2201149"/>
            <a:ext cx="10569613" cy="4036376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6B3FAE7-FE5E-807C-6922-90921DEB37C5}"/>
              </a:ext>
            </a:extLst>
          </p:cNvPr>
          <p:cNvSpPr txBox="1"/>
          <p:nvPr/>
        </p:nvSpPr>
        <p:spPr>
          <a:xfrm>
            <a:off x="734496" y="958949"/>
            <a:ext cx="105696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Antes da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&lt;/body&gt;</a:t>
            </a:r>
            <a:r>
              <a:rPr lang="pt-BR" sz="2800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vamos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adicionar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uma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tabela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para listar as atividades.</a:t>
            </a:r>
          </a:p>
        </p:txBody>
      </p:sp>
      <p:sp>
        <p:nvSpPr>
          <p:cNvPr id="8" name="Seta: para a Esquerda 7">
            <a:extLst>
              <a:ext uri="{FF2B5EF4-FFF2-40B4-BE49-F238E27FC236}">
                <a16:creationId xmlns:a16="http://schemas.microsoft.com/office/drawing/2014/main" id="{AF56B17B-49BB-BBBA-69BD-4B99536BE13C}"/>
              </a:ext>
            </a:extLst>
          </p:cNvPr>
          <p:cNvSpPr/>
          <p:nvPr/>
        </p:nvSpPr>
        <p:spPr>
          <a:xfrm>
            <a:off x="3470379" y="5963030"/>
            <a:ext cx="1714500" cy="293925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965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30C2EA4-362A-16C7-7D50-F56A47E6FDDC}"/>
              </a:ext>
            </a:extLst>
          </p:cNvPr>
          <p:cNvSpPr txBox="1"/>
          <p:nvPr/>
        </p:nvSpPr>
        <p:spPr>
          <a:xfrm>
            <a:off x="909828" y="1323986"/>
            <a:ext cx="1023659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Repassando o código, foi criada uma tabela com apenas uma coluna, na qual o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cabeçalho é a palavra </a:t>
            </a:r>
            <a:r>
              <a:rPr lang="pt-BR" sz="28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as linhas serão </a:t>
            </a:r>
            <a:r>
              <a:rPr lang="pt-BR" sz="28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nomes das tarefas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Aqui existe um laço novo do PHP. Já vimos o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while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— agora apresento o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foreach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Este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laço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serve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passar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todos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índices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de um </a:t>
            </a: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atribuindo cada índice a uma variável que escolhemos, no caso, a variável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$tarefa</a:t>
            </a:r>
          </a:p>
        </p:txBody>
      </p:sp>
    </p:spTree>
    <p:extLst>
      <p:ext uri="{BB962C8B-B14F-4D97-AF65-F5344CB8AC3E}">
        <p14:creationId xmlns:p14="http://schemas.microsoft.com/office/powerpoint/2010/main" val="397955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A9958F9-794B-4440-1BD4-F0FEA50129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/>
          <a:srcRect t="33230" b="23469"/>
          <a:stretch/>
        </p:blipFill>
        <p:spPr>
          <a:xfrm>
            <a:off x="734496" y="936580"/>
            <a:ext cx="10569613" cy="174777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ECC85D0-FCA0-E4BE-074C-AE75BAEAD20C}"/>
              </a:ext>
            </a:extLst>
          </p:cNvPr>
          <p:cNvSpPr txBox="1"/>
          <p:nvPr/>
        </p:nvSpPr>
        <p:spPr>
          <a:xfrm>
            <a:off x="734496" y="2880872"/>
            <a:ext cx="1056961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Uma outra novidade aqui é que </a:t>
            </a:r>
            <a:r>
              <a:rPr lang="pt-BR" sz="28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 foram usadas as chaves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criar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bloco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foreach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assim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foram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usadas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chaves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bloco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while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Na verdade, o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foreach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também </a:t>
            </a:r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pode ser usado com as chaves, sem problemas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 esta forma, usando dois pontos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para abrir o bloco e a palavra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endforeach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fica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mais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legível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HTML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24055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ECC85D0-FCA0-E4BE-074C-AE75BAEAD20C}"/>
              </a:ext>
            </a:extLst>
          </p:cNvPr>
          <p:cNvSpPr txBox="1"/>
          <p:nvPr/>
        </p:nvSpPr>
        <p:spPr>
          <a:xfrm>
            <a:off x="937549" y="2521059"/>
            <a:ext cx="103665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1813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Lembre-se que o nosso código com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while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estava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apenas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dentro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um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grande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código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neste caso estamos colocando pequenos pedaços de </a:t>
            </a:r>
            <a:r>
              <a:rPr lang="pt-BR" sz="28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dentro do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HTML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tabLst>
                <a:tab pos="531813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Sendo assim, fica mais legível fazer o uso desta sintaxe.</a:t>
            </a:r>
          </a:p>
        </p:txBody>
      </p:sp>
    </p:spTree>
    <p:extLst>
      <p:ext uri="{BB962C8B-B14F-4D97-AF65-F5344CB8AC3E}">
        <p14:creationId xmlns:p14="http://schemas.microsoft.com/office/powerpoint/2010/main" val="1604922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ECC85D0-FCA0-E4BE-074C-AE75BAEAD20C}"/>
              </a:ext>
            </a:extLst>
          </p:cNvPr>
          <p:cNvSpPr txBox="1"/>
          <p:nvPr/>
        </p:nvSpPr>
        <p:spPr>
          <a:xfrm>
            <a:off x="1897668" y="5494889"/>
            <a:ext cx="7828694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tabLst>
                <a:tab pos="531813" algn="l"/>
              </a:tabLst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Deve aparece conforme essa imagem acima!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98F1627-DA7F-1655-94C2-7D769A5DC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682" y="1720747"/>
            <a:ext cx="9130145" cy="3440563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4257FFB-6C21-9648-9EBF-AE4F7FFD9DC3}"/>
              </a:ext>
            </a:extLst>
          </p:cNvPr>
          <p:cNvSpPr txBox="1"/>
          <p:nvPr/>
        </p:nvSpPr>
        <p:spPr>
          <a:xfrm>
            <a:off x="1089949" y="1122035"/>
            <a:ext cx="10366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1813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Execute o código e na caixa digite: </a:t>
            </a:r>
            <a:r>
              <a:rPr lang="pt-BR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Estudar PHP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3E8D4AE-4807-06B6-CCDC-E51606DDA693}"/>
              </a:ext>
            </a:extLst>
          </p:cNvPr>
          <p:cNvSpPr/>
          <p:nvPr/>
        </p:nvSpPr>
        <p:spPr>
          <a:xfrm>
            <a:off x="1037682" y="4400052"/>
            <a:ext cx="2018034" cy="76125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9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PEGANDO OS DADOS DA URL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4A04F42-63B4-2D0A-1D92-3438AE0CF5EF}"/>
              </a:ext>
            </a:extLst>
          </p:cNvPr>
          <p:cNvSpPr txBox="1"/>
          <p:nvPr/>
        </p:nvSpPr>
        <p:spPr>
          <a:xfrm>
            <a:off x="818387" y="1572447"/>
            <a:ext cx="10485721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 cada nova requisição 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processa tudo de novo e não guarda as variáveis para outros acessos.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Isso é um problema para a nossa aplicação, já que precisamos manter a lista das nossas tarefas.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Mas calma, nem tudo está perdido! 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tem um recurso que nos auxiliará a solucionar isso.</a:t>
            </a:r>
          </a:p>
        </p:txBody>
      </p:sp>
    </p:spTree>
    <p:extLst>
      <p:ext uri="{BB962C8B-B14F-4D97-AF65-F5344CB8AC3E}">
        <p14:creationId xmlns:p14="http://schemas.microsoft.com/office/powerpoint/2010/main" val="419314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SESSÕES NO PHP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4A04F42-63B4-2D0A-1D92-3438AE0CF5EF}"/>
              </a:ext>
            </a:extLst>
          </p:cNvPr>
          <p:cNvSpPr txBox="1"/>
          <p:nvPr/>
        </p:nvSpPr>
        <p:spPr>
          <a:xfrm>
            <a:off x="542055" y="1750331"/>
            <a:ext cx="10485721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recurso que nos auxiliará a manter os dados entre as requisições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são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sessões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Uma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sessão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serve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mantermos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uma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variável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especial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irá existir em todas as nossas requisições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Lembra da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00CC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super global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$_GET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17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SESSÕES NO PHP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4A04F42-63B4-2D0A-1D92-3438AE0CF5EF}"/>
              </a:ext>
            </a:extLst>
          </p:cNvPr>
          <p:cNvSpPr txBox="1"/>
          <p:nvPr/>
        </p:nvSpPr>
        <p:spPr>
          <a:xfrm>
            <a:off x="818387" y="1572447"/>
            <a:ext cx="10485721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As sessões são tão fáceis de usar quanto 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$_GET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basta usar 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00CC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super global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$_SESSION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 grande diferença é que usamos a:</a:t>
            </a:r>
          </a:p>
          <a:p>
            <a:pPr marL="1371600" lvl="2" indent="-457200" algn="just"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531813" algn="l"/>
              </a:tabLst>
            </a:pP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$_GET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mais para ler informações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</a:p>
          <a:p>
            <a:pPr marL="1371600" lvl="2" indent="-457200" algn="just"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531813" algn="l"/>
              </a:tabLst>
            </a:pP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$_SESSION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escrever e ler informações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58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SESSÕES NO PHP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3BDE10-1420-B979-FEA8-AF039403118F}"/>
              </a:ext>
            </a:extLst>
          </p:cNvPr>
          <p:cNvSpPr txBox="1"/>
          <p:nvPr/>
        </p:nvSpPr>
        <p:spPr>
          <a:xfrm>
            <a:off x="1065092" y="1401919"/>
            <a:ext cx="1006181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uso da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$_SESSION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exige só um esforço adicional, que é chamar 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session_start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no começo do nosso programa.</a:t>
            </a:r>
          </a:p>
          <a:p>
            <a:pPr algn="just"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Para isso, vamos adicionar a função antes da abertura do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HTML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300B4B9-17FA-8F9D-AAC2-7DE2D2EB4D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680" y="4136985"/>
            <a:ext cx="10156429" cy="1788855"/>
          </a:xfrm>
          <a:prstGeom prst="rect">
            <a:avLst/>
          </a:prstGeom>
        </p:spPr>
      </p:pic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26D6B62D-431C-F80A-214B-E5660C130679}"/>
              </a:ext>
            </a:extLst>
          </p:cNvPr>
          <p:cNvSpPr/>
          <p:nvPr/>
        </p:nvSpPr>
        <p:spPr>
          <a:xfrm>
            <a:off x="4537709" y="4907997"/>
            <a:ext cx="1558289" cy="306398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57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SESSÕES NO PHP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3BDE10-1420-B979-FEA8-AF039403118F}"/>
              </a:ext>
            </a:extLst>
          </p:cNvPr>
          <p:cNvSpPr txBox="1"/>
          <p:nvPr/>
        </p:nvSpPr>
        <p:spPr>
          <a:xfrm>
            <a:off x="1065092" y="1547577"/>
            <a:ext cx="1006181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Depois disso, precisamos alterar o uso da lista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lista_tarefas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para pegar os dados de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$_SESSION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caso esses dados existam.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Vamos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mudar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if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verifica se existem dados em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$_GET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vamos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adicionar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um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novo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if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após a criação do </a:t>
            </a:r>
            <a:r>
              <a:rPr lang="pt-BR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lista_tarefas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para preenchê-lo com os dados da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$_SESSION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quando necessário:</a:t>
            </a:r>
          </a:p>
        </p:txBody>
      </p:sp>
    </p:spTree>
    <p:extLst>
      <p:ext uri="{BB962C8B-B14F-4D97-AF65-F5344CB8AC3E}">
        <p14:creationId xmlns:p14="http://schemas.microsoft.com/office/powerpoint/2010/main" val="248154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6CBD648F-7146-311F-C363-30EBF7A68C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6" y="3429000"/>
            <a:ext cx="10300993" cy="3086367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SESSÕES NO PHP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5314985-1FC6-E87E-7CD6-4BDDEDE6C4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06" y="917513"/>
            <a:ext cx="10172977" cy="192729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63CB1A8C-F08F-0CA6-A914-C3823A531008}"/>
              </a:ext>
            </a:extLst>
          </p:cNvPr>
          <p:cNvSpPr txBox="1"/>
          <p:nvPr/>
        </p:nvSpPr>
        <p:spPr>
          <a:xfrm>
            <a:off x="3113590" y="2921445"/>
            <a:ext cx="5705624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tabLst>
                <a:tab pos="531813" algn="l"/>
              </a:tabLst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troque o código acima pelo código abaixo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ímbolo de &quot;Não Permitido&quot; 13">
            <a:extLst>
              <a:ext uri="{FF2B5EF4-FFF2-40B4-BE49-F238E27FC236}">
                <a16:creationId xmlns:a16="http://schemas.microsoft.com/office/drawing/2014/main" id="{EB277346-BB62-D7F3-06B9-83C292CA182A}"/>
              </a:ext>
            </a:extLst>
          </p:cNvPr>
          <p:cNvSpPr/>
          <p:nvPr/>
        </p:nvSpPr>
        <p:spPr>
          <a:xfrm>
            <a:off x="4525700" y="968292"/>
            <a:ext cx="2458029" cy="1659162"/>
          </a:xfrm>
          <a:prstGeom prst="noSmoking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297746F-5228-5DD5-65B1-3516429A92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612" b="95538" l="9877" r="92840">
                        <a14:foregroundMark x1="40741" y1="9711" x2="54074" y2="7612"/>
                        <a14:foregroundMark x1="54074" y1="7612" x2="58025" y2="9186"/>
                        <a14:foregroundMark x1="90370" y1="35696" x2="93086" y2="52231"/>
                        <a14:foregroundMark x1="93086" y1="52231" x2="92840" y2="54331"/>
                        <a14:foregroundMark x1="48148" y1="60630" x2="64691" y2="42782"/>
                        <a14:foregroundMark x1="49877" y1="43832" x2="62716" y2="62205"/>
                        <a14:foregroundMark x1="62716" y1="62205" x2="69383" y2="43307"/>
                        <a14:foregroundMark x1="69383" y1="43307" x2="61975" y2="25984"/>
                        <a14:foregroundMark x1="61975" y1="25984" x2="61235" y2="25197"/>
                        <a14:foregroundMark x1="33827" y1="40945" x2="30864" y2="56168"/>
                        <a14:foregroundMark x1="30864" y1="56168" x2="33333" y2="72441"/>
                        <a14:foregroundMark x1="33333" y1="72441" x2="33580" y2="72703"/>
                        <a14:foregroundMark x1="42469" y1="45144" x2="58519" y2="69816"/>
                        <a14:foregroundMark x1="58519" y1="69816" x2="73086" y2="70604"/>
                        <a14:foregroundMark x1="73086" y1="70604" x2="73333" y2="68241"/>
                        <a14:foregroundMark x1="40247" y1="88976" x2="54815" y2="91339"/>
                        <a14:foregroundMark x1="54815" y1="91339" x2="55062" y2="91076"/>
                        <a14:foregroundMark x1="51605" y1="95538" x2="55309" y2="93176"/>
                        <a14:foregroundMark x1="38765" y1="64042" x2="56543" y2="52231"/>
                        <a14:foregroundMark x1="66667" y1="35958" x2="70370" y2="26772"/>
                        <a14:foregroundMark x1="64938" y1="62467" x2="80000" y2="448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35781" y="3976917"/>
            <a:ext cx="1558998" cy="146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1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SESSÕES NO PHP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3BDE10-1420-B979-FEA8-AF039403118F}"/>
              </a:ext>
            </a:extLst>
          </p:cNvPr>
          <p:cNvSpPr txBox="1"/>
          <p:nvPr/>
        </p:nvSpPr>
        <p:spPr>
          <a:xfrm>
            <a:off x="1065092" y="872207"/>
            <a:ext cx="10061815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Agora, ao cadastrar algumas tarefas, o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irá manter os dados entre as requisições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Veja como a sua lista deve ficar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9E92C02-5E80-EB99-590E-9990D0F526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537" y="2478601"/>
            <a:ext cx="10061815" cy="383456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8D3BC39-B7BC-EF0E-D519-940454CF735E}"/>
              </a:ext>
            </a:extLst>
          </p:cNvPr>
          <p:cNvSpPr txBox="1"/>
          <p:nvPr/>
        </p:nvSpPr>
        <p:spPr>
          <a:xfrm rot="20493264">
            <a:off x="1259214" y="2888574"/>
            <a:ext cx="9051402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latin typeface="Arial Black" panose="020B0A04020102020204" pitchFamily="34" charset="0"/>
              </a:rPr>
              <a:t>A LISTA DE TAREFAS USANDO </a:t>
            </a:r>
            <a:r>
              <a:rPr lang="pt-BR" sz="40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</a:rPr>
              <a:t>$_SESSION </a:t>
            </a:r>
            <a:r>
              <a:rPr lang="pt-BR" sz="4000" dirty="0">
                <a:latin typeface="Arial Black" panose="020B0A04020102020204" pitchFamily="34" charset="0"/>
              </a:rPr>
              <a:t>PARA MANTER OS DADOS</a:t>
            </a:r>
          </a:p>
        </p:txBody>
      </p:sp>
    </p:spTree>
    <p:extLst>
      <p:ext uri="{BB962C8B-B14F-4D97-AF65-F5344CB8AC3E}">
        <p14:creationId xmlns:p14="http://schemas.microsoft.com/office/powerpoint/2010/main" val="195281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SESSÕES NO PHP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3634A87-68BA-00E1-0159-9BC6243B733A}"/>
              </a:ext>
            </a:extLst>
          </p:cNvPr>
          <p:cNvSpPr txBox="1"/>
          <p:nvPr/>
        </p:nvSpPr>
        <p:spPr>
          <a:xfrm>
            <a:off x="823731" y="1905506"/>
            <a:ext cx="10544538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Claro que agora precisamos de mais funcionalidades, como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editar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excluir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uma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tarefa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mas já conseguimos pegar vários conceitos da programação para web usando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Agora dá até para brincar um pouco com o visual da aplicação usando umas linhas de CSS.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7884E31-5B07-F60E-3090-5CAFC9A34010}"/>
              </a:ext>
            </a:extLst>
          </p:cNvPr>
          <p:cNvSpPr txBox="1"/>
          <p:nvPr/>
        </p:nvSpPr>
        <p:spPr>
          <a:xfrm>
            <a:off x="914399" y="863428"/>
            <a:ext cx="10544538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tabLst>
                <a:tab pos="531813" algn="l"/>
              </a:tabLst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	Temos uma lista de tarefas já bem funcional!</a:t>
            </a:r>
          </a:p>
        </p:txBody>
      </p:sp>
    </p:spTree>
    <p:extLst>
      <p:ext uri="{BB962C8B-B14F-4D97-AF65-F5344CB8AC3E}">
        <p14:creationId xmlns:p14="http://schemas.microsoft.com/office/powerpoint/2010/main" val="178726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SESSÕES NO PHP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3634A87-68BA-00E1-0159-9BC6243B733A}"/>
              </a:ext>
            </a:extLst>
          </p:cNvPr>
          <p:cNvSpPr txBox="1"/>
          <p:nvPr/>
        </p:nvSpPr>
        <p:spPr>
          <a:xfrm>
            <a:off x="798653" y="851880"/>
            <a:ext cx="10347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531813" algn="l"/>
              </a:tabLst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 meu ficou assim: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E285706-FB83-2F2E-78F0-D094F5E00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4385" y="1422284"/>
            <a:ext cx="6701742" cy="499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71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SESSÕES NO PHP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3634A87-68BA-00E1-0159-9BC6243B733A}"/>
              </a:ext>
            </a:extLst>
          </p:cNvPr>
          <p:cNvSpPr txBox="1"/>
          <p:nvPr/>
        </p:nvSpPr>
        <p:spPr>
          <a:xfrm>
            <a:off x="798653" y="1597791"/>
            <a:ext cx="10347767" cy="95410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tabLst>
                <a:tab pos="531813" algn="l"/>
              </a:tabLst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CÓDIGO COMPLETO DESSA ATIVIDADE</a:t>
            </a:r>
          </a:p>
          <a:p>
            <a:pPr algn="ctr">
              <a:tabLst>
                <a:tab pos="531813" algn="l"/>
              </a:tabLst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CLIQUE NO LINK DOS ARQUIVOS</a:t>
            </a:r>
          </a:p>
        </p:txBody>
      </p:sp>
      <p:sp>
        <p:nvSpPr>
          <p:cNvPr id="5" name="CaixaDeTexto 4">
            <a:hlinkClick r:id="rId5" action="ppaction://hlinkfile"/>
            <a:extLst>
              <a:ext uri="{FF2B5EF4-FFF2-40B4-BE49-F238E27FC236}">
                <a16:creationId xmlns:a16="http://schemas.microsoft.com/office/drawing/2014/main" id="{49A98B80-49DB-D6C1-5DD9-F5DBB0B29E17}"/>
              </a:ext>
            </a:extLst>
          </p:cNvPr>
          <p:cNvSpPr txBox="1"/>
          <p:nvPr/>
        </p:nvSpPr>
        <p:spPr>
          <a:xfrm>
            <a:off x="3792638" y="2977091"/>
            <a:ext cx="4606724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tabLst>
                <a:tab pos="531813" algn="l"/>
              </a:tabLst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CÓDIGO PHP</a:t>
            </a:r>
          </a:p>
        </p:txBody>
      </p:sp>
      <p:sp>
        <p:nvSpPr>
          <p:cNvPr id="8" name="CaixaDeTexto 7">
            <a:hlinkClick r:id="rId6" action="ppaction://hlinkfile"/>
            <a:extLst>
              <a:ext uri="{FF2B5EF4-FFF2-40B4-BE49-F238E27FC236}">
                <a16:creationId xmlns:a16="http://schemas.microsoft.com/office/drawing/2014/main" id="{6AA93DE4-2F64-3B9B-F72D-8653AB497111}"/>
              </a:ext>
            </a:extLst>
          </p:cNvPr>
          <p:cNvSpPr txBox="1"/>
          <p:nvPr/>
        </p:nvSpPr>
        <p:spPr>
          <a:xfrm>
            <a:off x="4722471" y="4075654"/>
            <a:ext cx="274705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tabLst>
                <a:tab pos="531813" algn="l"/>
              </a:tabLst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CÓDIGO CSS</a:t>
            </a:r>
          </a:p>
        </p:txBody>
      </p:sp>
    </p:spTree>
    <p:extLst>
      <p:ext uri="{BB962C8B-B14F-4D97-AF65-F5344CB8AC3E}">
        <p14:creationId xmlns:p14="http://schemas.microsoft.com/office/powerpoint/2010/main" val="4029669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5. RESUMO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FA0A33E-260A-C334-D77E-6F5ACEEDE207}"/>
              </a:ext>
            </a:extLst>
          </p:cNvPr>
          <p:cNvSpPr txBox="1"/>
          <p:nvPr/>
        </p:nvSpPr>
        <p:spPr>
          <a:xfrm>
            <a:off x="587883" y="1309548"/>
            <a:ext cx="1039406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Nesta aula iniciamos o desenvolvimento de uma lista de tarefas.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Ela ainda é bem simples e contém poucos dados, mas já estamos trabalhando com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formulários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entrada de dados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na web utilizando a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global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$_GET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do PHP e também estamos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manipulando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sessões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utilizado a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global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$_SESSION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198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5. RESUMO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FA0A33E-260A-C334-D77E-6F5ACEEDE207}"/>
              </a:ext>
            </a:extLst>
          </p:cNvPr>
          <p:cNvSpPr txBox="1"/>
          <p:nvPr/>
        </p:nvSpPr>
        <p:spPr>
          <a:xfrm>
            <a:off x="1186754" y="1025569"/>
            <a:ext cx="9769033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Super globais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são variáveis do PHP que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estão disponíveis em qualquer ponto da aplicação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No caso das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globais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$_GET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$_SESSION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os valores são guardados em </a:t>
            </a:r>
            <a:r>
              <a:rPr lang="pt-BR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arrays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D4A8877-46C1-1D91-BC3A-EA7738C3A5AA}"/>
              </a:ext>
            </a:extLst>
          </p:cNvPr>
          <p:cNvSpPr txBox="1"/>
          <p:nvPr/>
        </p:nvSpPr>
        <p:spPr>
          <a:xfrm>
            <a:off x="1211483" y="3951565"/>
            <a:ext cx="9769033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IMPORTANTE: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sempre que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quiser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usar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sessões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será necessário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usar a função 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session_start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 isso a sessão simplesmente não funciona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98575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38F0C-DE7C-CDBD-9488-218540D9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38DEB20D-5472-CB63-6BF8-8529A4D1A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EB13A003-CAFB-4CED-9CAD-769D66FDE0CE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8DE0659-21CF-75C1-7CF9-919CA85C6A61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654E1FC3-E843-7C94-D703-E5E7361131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E0CFDB56-CFD5-98B1-7D4B-F7B210C2B511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FA41D3CA-4523-643D-3140-390FA7F545E9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3A4C4F0-B327-2370-B989-5992B83FEAEC}"/>
              </a:ext>
            </a:extLst>
          </p:cNvPr>
          <p:cNvSpPr txBox="1"/>
          <p:nvPr/>
        </p:nvSpPr>
        <p:spPr>
          <a:xfrm>
            <a:off x="1214765" y="2459504"/>
            <a:ext cx="97624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Com base no conhecimento adquirido, desenvolva o </a:t>
            </a:r>
            <a:r>
              <a:rPr lang="pt-BR" sz="4000" dirty="0">
                <a:latin typeface="Arial Black" panose="020B0A04020102020204" pitchFamily="34" charset="0"/>
                <a:cs typeface="Arial" panose="020B0604020202020204" pitchFamily="34" charset="0"/>
              </a:rPr>
              <a:t>formulário da sua S.A </a:t>
            </a:r>
            <a:r>
              <a:rPr lang="pt-BR" sz="40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usando SESSION</a:t>
            </a:r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DC66B81-2A57-EED1-13E1-28A5820B783B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6. ATIVIDADE</a:t>
            </a:r>
            <a:endParaRPr lang="pt-BR" sz="3200" b="1" dirty="0">
              <a:ln>
                <a:solidFill>
                  <a:schemeClr val="tx1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5376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D491C7-3E5B-1972-3BC9-D309F597E1B7}"/>
              </a:ext>
            </a:extLst>
          </p:cNvPr>
          <p:cNvSpPr txBox="1"/>
          <p:nvPr/>
        </p:nvSpPr>
        <p:spPr>
          <a:xfrm>
            <a:off x="739531" y="1144817"/>
            <a:ext cx="108599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BENTO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Evaldo Junior, Desenvolvimento WEB com PHP e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Editora Casa do Código, 2ª Edição, 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7FFD23A-32E5-1444-161F-6B79F3A46D24}"/>
              </a:ext>
            </a:extLst>
          </p:cNvPr>
          <p:cNvSpPr txBox="1"/>
          <p:nvPr/>
        </p:nvSpPr>
        <p:spPr>
          <a:xfrm>
            <a:off x="423412" y="203482"/>
            <a:ext cx="10772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7 – REFERENCIAS</a:t>
            </a:r>
            <a:endParaRPr lang="pt-BR" sz="32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1069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DABC419-57D1-DC08-DEDD-10F41CB6B7FD}"/>
              </a:ext>
            </a:extLst>
          </p:cNvPr>
          <p:cNvSpPr txBox="1"/>
          <p:nvPr/>
        </p:nvSpPr>
        <p:spPr>
          <a:xfrm>
            <a:off x="666044" y="1898768"/>
            <a:ext cx="1085991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800" dirty="0">
                <a:latin typeface="Arial Black" panose="020B0A04020102020204" pitchFamily="34" charset="0"/>
                <a:cs typeface="Arial" panose="020B0604020202020204" pitchFamily="34" charset="0"/>
              </a:rPr>
              <a:t>FIM.</a:t>
            </a:r>
          </a:p>
          <a:p>
            <a:pPr algn="ctr"/>
            <a:r>
              <a:rPr lang="pt-BR" sz="8800" dirty="0">
                <a:latin typeface="Arial Black" panose="020B0A04020102020204" pitchFamily="34" charset="0"/>
                <a:cs typeface="Arial" panose="020B0604020202020204" pitchFamily="34" charset="0"/>
              </a:rPr>
              <a:t>OBRIGADO.</a:t>
            </a:r>
          </a:p>
        </p:txBody>
      </p:sp>
    </p:spTree>
    <p:extLst>
      <p:ext uri="{BB962C8B-B14F-4D97-AF65-F5344CB8AC3E}">
        <p14:creationId xmlns:p14="http://schemas.microsoft.com/office/powerpoint/2010/main" val="18544453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014CAD5C0D95047AD87A6CEF9A0ED6F" ma:contentTypeVersion="11" ma:contentTypeDescription="Crie um novo documento." ma:contentTypeScope="" ma:versionID="0eaeb304f0019e33f865282dd94b7faa">
  <xsd:schema xmlns:xsd="http://www.w3.org/2001/XMLSchema" xmlns:xs="http://www.w3.org/2001/XMLSchema" xmlns:p="http://schemas.microsoft.com/office/2006/metadata/properties" xmlns:ns2="230e2427-5d80-4bd2-a9ba-53805cfde8a4" xmlns:ns3="cf5f2b4c-ceff-48b8-acfd-b6c7cb4e26ae" targetNamespace="http://schemas.microsoft.com/office/2006/metadata/properties" ma:root="true" ma:fieldsID="9583cfaf6218e9ef312e531a09f9933a" ns2:_="" ns3:_="">
    <xsd:import namespace="230e2427-5d80-4bd2-a9ba-53805cfde8a4"/>
    <xsd:import namespace="cf5f2b4c-ceff-48b8-acfd-b6c7cb4e26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2427-5d80-4bd2-a9ba-53805cfde8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184c8c62-af11-4a97-95e1-881613c396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5f2b4c-ceff-48b8-acfd-b6c7cb4e26a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Coluna Global de Taxonomia" ma:hidden="true" ma:list="{1a311de7-e6e4-47ae-b214-720c4e04d295}" ma:internalName="TaxCatchAll" ma:showField="CatchAllData" ma:web="cf5f2b4c-ceff-48b8-acfd-b6c7cb4e26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5f2b4c-ceff-48b8-acfd-b6c7cb4e26ae" xsi:nil="true"/>
    <lcf76f155ced4ddcb4097134ff3c332f xmlns="230e2427-5d80-4bd2-a9ba-53805cfde8a4">
      <Terms xmlns="http://schemas.microsoft.com/office/infopath/2007/PartnerControls"/>
    </lcf76f155ced4ddcb4097134ff3c332f>
    <SharedWithUsers xmlns="cf5f2b4c-ceff-48b8-acfd-b6c7cb4e26ae">
      <UserInfo>
        <DisplayName>Marcos Paulo Carvalho De Oliveira</DisplayName>
        <AccountId>9264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DCD03E9-41C4-42C6-A5E8-47AC9D6E1F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0e2427-5d80-4bd2-a9ba-53805cfde8a4"/>
    <ds:schemaRef ds:uri="cf5f2b4c-ceff-48b8-acfd-b6c7cb4e26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4C6406-39F0-4F36-B3D7-F12E598C19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5A2D76-B89D-43D9-81CC-F73DB603259F}">
  <ds:schemaRefs>
    <ds:schemaRef ds:uri="http://schemas.microsoft.com/office/2006/metadata/properties"/>
    <ds:schemaRef ds:uri="http://schemas.microsoft.com/office/infopath/2007/PartnerControls"/>
    <ds:schemaRef ds:uri="cf5f2b4c-ceff-48b8-acfd-b6c7cb4e26ae"/>
    <ds:schemaRef ds:uri="230e2427-5d80-4bd2-a9ba-53805cfde8a4"/>
    <ds:schemaRef ds:uri="1ca3a96b-b23d-4c07-a046-fd4d14ce6620"/>
    <ds:schemaRef ds:uri="a8a82409-9548-47b3-a351-d7495594f3c8"/>
    <ds:schemaRef ds:uri="10066eb3-b94a-427c-b89d-d16a460a60f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7525</TotalTime>
  <Words>2840</Words>
  <Application>Microsoft Office PowerPoint</Application>
  <PresentationFormat>Widescreen</PresentationFormat>
  <Paragraphs>261</Paragraphs>
  <Slides>51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60" baseType="lpstr">
      <vt:lpstr>Calibri</vt:lpstr>
      <vt:lpstr>Aharoni</vt:lpstr>
      <vt:lpstr>Courier New</vt:lpstr>
      <vt:lpstr>Branding Black</vt:lpstr>
      <vt:lpstr>Wingdings</vt:lpstr>
      <vt:lpstr>Arial Black</vt:lpstr>
      <vt:lpstr>Calibri Light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Senai</dc:title>
  <dc:creator>Sergio Luiz Da Silveira</dc:creator>
  <cp:lastModifiedBy>Sergio Luiz da Silveira</cp:lastModifiedBy>
  <cp:revision>417</cp:revision>
  <dcterms:created xsi:type="dcterms:W3CDTF">2022-03-17T13:16:59Z</dcterms:created>
  <dcterms:modified xsi:type="dcterms:W3CDTF">2025-07-18T22:06:23Z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0x0101003014CAD5C0D95047AD87A6CEF9A0ED6F</vt:lpwstr>
  </property>
  <property fmtid="{D5CDD505-2E9C-101B-9397-08002B2CF9AE}" pid="3" name="MediaServiceImageTags">
    <vt:lpwstr/>
  </property>
</Properties>
</file>