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84"/>
  </p:notesMasterIdLst>
  <p:sldIdLst>
    <p:sldId id="256" r:id="rId5"/>
    <p:sldId id="520" r:id="rId6"/>
    <p:sldId id="521" r:id="rId7"/>
    <p:sldId id="551" r:id="rId8"/>
    <p:sldId id="666" r:id="rId9"/>
    <p:sldId id="667" r:id="rId10"/>
    <p:sldId id="668" r:id="rId11"/>
    <p:sldId id="669" r:id="rId12"/>
    <p:sldId id="670" r:id="rId13"/>
    <p:sldId id="671" r:id="rId14"/>
    <p:sldId id="672" r:id="rId15"/>
    <p:sldId id="673" r:id="rId16"/>
    <p:sldId id="674" r:id="rId17"/>
    <p:sldId id="675" r:id="rId18"/>
    <p:sldId id="676" r:id="rId19"/>
    <p:sldId id="677" r:id="rId20"/>
    <p:sldId id="678" r:id="rId21"/>
    <p:sldId id="679" r:id="rId22"/>
    <p:sldId id="680" r:id="rId23"/>
    <p:sldId id="681" r:id="rId24"/>
    <p:sldId id="683" r:id="rId25"/>
    <p:sldId id="685" r:id="rId26"/>
    <p:sldId id="686" r:id="rId27"/>
    <p:sldId id="687" r:id="rId28"/>
    <p:sldId id="684" r:id="rId29"/>
    <p:sldId id="688" r:id="rId30"/>
    <p:sldId id="689" r:id="rId31"/>
    <p:sldId id="690" r:id="rId32"/>
    <p:sldId id="691" r:id="rId33"/>
    <p:sldId id="692" r:id="rId34"/>
    <p:sldId id="693" r:id="rId35"/>
    <p:sldId id="665" r:id="rId36"/>
    <p:sldId id="695" r:id="rId37"/>
    <p:sldId id="696" r:id="rId38"/>
    <p:sldId id="697" r:id="rId39"/>
    <p:sldId id="698" r:id="rId40"/>
    <p:sldId id="699" r:id="rId41"/>
    <p:sldId id="701" r:id="rId42"/>
    <p:sldId id="702" r:id="rId43"/>
    <p:sldId id="700" r:id="rId44"/>
    <p:sldId id="704" r:id="rId45"/>
    <p:sldId id="705" r:id="rId46"/>
    <p:sldId id="706" r:id="rId47"/>
    <p:sldId id="707" r:id="rId48"/>
    <p:sldId id="708" r:id="rId49"/>
    <p:sldId id="709" r:id="rId50"/>
    <p:sldId id="710" r:id="rId51"/>
    <p:sldId id="711" r:id="rId52"/>
    <p:sldId id="712" r:id="rId53"/>
    <p:sldId id="713" r:id="rId54"/>
    <p:sldId id="714" r:id="rId55"/>
    <p:sldId id="715" r:id="rId56"/>
    <p:sldId id="716" r:id="rId57"/>
    <p:sldId id="718" r:id="rId58"/>
    <p:sldId id="719" r:id="rId59"/>
    <p:sldId id="720" r:id="rId60"/>
    <p:sldId id="721" r:id="rId61"/>
    <p:sldId id="722" r:id="rId62"/>
    <p:sldId id="723" r:id="rId63"/>
    <p:sldId id="717" r:id="rId64"/>
    <p:sldId id="724" r:id="rId65"/>
    <p:sldId id="725" r:id="rId66"/>
    <p:sldId id="726" r:id="rId67"/>
    <p:sldId id="728" r:id="rId68"/>
    <p:sldId id="727" r:id="rId69"/>
    <p:sldId id="729" r:id="rId70"/>
    <p:sldId id="730" r:id="rId71"/>
    <p:sldId id="731" r:id="rId72"/>
    <p:sldId id="732" r:id="rId73"/>
    <p:sldId id="733" r:id="rId74"/>
    <p:sldId id="734" r:id="rId75"/>
    <p:sldId id="735" r:id="rId76"/>
    <p:sldId id="736" r:id="rId77"/>
    <p:sldId id="737" r:id="rId78"/>
    <p:sldId id="738" r:id="rId79"/>
    <p:sldId id="739" r:id="rId80"/>
    <p:sldId id="740" r:id="rId81"/>
    <p:sldId id="533" r:id="rId82"/>
    <p:sldId id="548" r:id="rId83"/>
  </p:sldIdLst>
  <p:sldSz cx="12192000" cy="6858000"/>
  <p:notesSz cx="6858000" cy="9144000"/>
  <p:embeddedFontLst>
    <p:embeddedFont>
      <p:font typeface="Aharoni" panose="02010803020104030203" pitchFamily="2" charset="-79"/>
      <p:bold r:id="rId85"/>
    </p:embeddedFont>
    <p:embeddedFont>
      <p:font typeface="Aptos Black" panose="020B0004020202020204" pitchFamily="34" charset="0"/>
      <p:bold r:id="rId86"/>
      <p:boldItalic r:id="rId87"/>
    </p:embeddedFont>
    <p:embeddedFont>
      <p:font typeface="Arial Black" panose="020B0A04020102020204" pitchFamily="34" charset="0"/>
      <p:bold r:id="rId88"/>
    </p:embeddedFont>
    <p:embeddedFont>
      <p:font typeface="Branding Black" panose="00000A00000000000000" charset="0"/>
      <p:bold r:id="rId8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E7428F"/>
    <a:srgbClr val="FF00FF"/>
    <a:srgbClr val="FFCCFF"/>
    <a:srgbClr val="0000CC"/>
    <a:srgbClr val="CC00FF"/>
    <a:srgbClr val="00FF99"/>
    <a:srgbClr val="005CA8"/>
    <a:srgbClr val="14233C"/>
    <a:srgbClr val="141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F21AD-6F4F-41F7-8CB9-ADFA948295D1}" v="40" dt="2022-12-21T03:13:55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44" autoAdjust="0"/>
    <p:restoredTop sz="91373" autoAdjust="0"/>
  </p:normalViewPr>
  <p:slideViewPr>
    <p:cSldViewPr snapToGrid="0">
      <p:cViewPr varScale="1">
        <p:scale>
          <a:sx n="75" d="100"/>
          <a:sy n="75" d="100"/>
        </p:scale>
        <p:origin x="667" y="43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font" Target="fonts/font1.fntdata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font" Target="fonts/font4.fntdata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font" Target="fonts/font2.fntdata"/><Relationship Id="rId9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3.fntdata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Antonio Ferreira Stockler" userId="007d2b78-cea3-4ca4-898e-8086f6fb2937" providerId="ADAL" clId="{76D60CAD-22AB-47A5-B966-96DED5CEEB88}"/>
    <pc:docChg chg="undo custSel modSld">
      <pc:chgData name="Marco Antonio Ferreira Stockler" userId="007d2b78-cea3-4ca4-898e-8086f6fb2937" providerId="ADAL" clId="{76D60CAD-22AB-47A5-B966-96DED5CEEB88}" dt="2022-11-14T14:05:17.131" v="123"/>
      <pc:docMkLst>
        <pc:docMk/>
      </pc:docMkLst>
      <pc:sldChg chg="addSp delSp modSp mod">
        <pc:chgData name="Marco Antonio Ferreira Stockler" userId="007d2b78-cea3-4ca4-898e-8086f6fb2937" providerId="ADAL" clId="{76D60CAD-22AB-47A5-B966-96DED5CEEB88}" dt="2022-11-14T13:56:43.463" v="37" actId="478"/>
        <pc:sldMkLst>
          <pc:docMk/>
          <pc:sldMk cId="2374493732" sldId="256"/>
        </pc:sldMkLst>
        <pc:spChg chg="add del mod">
          <ac:chgData name="Marco Antonio Ferreira Stockler" userId="007d2b78-cea3-4ca4-898e-8086f6fb2937" providerId="ADAL" clId="{76D60CAD-22AB-47A5-B966-96DED5CEEB88}" dt="2022-11-14T13:56:43.463" v="37" actId="478"/>
          <ac:spMkLst>
            <pc:docMk/>
            <pc:sldMk cId="2374493732" sldId="256"/>
            <ac:spMk id="8" creationId="{58428B4F-F291-AD86-12B1-8A14F09C025E}"/>
          </ac:spMkLst>
        </pc:spChg>
        <pc:picChg chg="add mod">
          <ac:chgData name="Marco Antonio Ferreira Stockler" userId="007d2b78-cea3-4ca4-898e-8086f6fb2937" providerId="ADAL" clId="{76D60CAD-22AB-47A5-B966-96DED5CEEB88}" dt="2022-11-14T13:54:57.530" v="11" actId="1076"/>
          <ac:picMkLst>
            <pc:docMk/>
            <pc:sldMk cId="2374493732" sldId="256"/>
            <ac:picMk id="3" creationId="{4EDCE49E-B481-38AE-229F-A039C58589FF}"/>
          </ac:picMkLst>
        </pc:picChg>
        <pc:picChg chg="mod">
          <ac:chgData name="Marco Antonio Ferreira Stockler" userId="007d2b78-cea3-4ca4-898e-8086f6fb2937" providerId="ADAL" clId="{76D60CAD-22AB-47A5-B966-96DED5CEEB88}" dt="2022-11-14T13:56:00.520" v="26" actId="1076"/>
          <ac:picMkLst>
            <pc:docMk/>
            <pc:sldMk cId="2374493732" sldId="256"/>
            <ac:picMk id="5" creationId="{8C6A0833-91DC-45B9-A758-824340ACCF6F}"/>
          </ac:picMkLst>
        </pc:picChg>
        <pc:picChg chg="del">
          <ac:chgData name="Marco Antonio Ferreira Stockler" userId="007d2b78-cea3-4ca4-898e-8086f6fb2937" providerId="ADAL" clId="{76D60CAD-22AB-47A5-B966-96DED5CEEB88}" dt="2022-11-14T13:54:43.893" v="7" actId="478"/>
          <ac:picMkLst>
            <pc:docMk/>
            <pc:sldMk cId="2374493732" sldId="256"/>
            <ac:picMk id="6" creationId="{774513E6-568E-65DD-C099-0F264BF0DC22}"/>
          </ac:picMkLst>
        </pc:picChg>
        <pc:picChg chg="add mod">
          <ac:chgData name="Marco Antonio Ferreira Stockler" userId="007d2b78-cea3-4ca4-898e-8086f6fb2937" providerId="ADAL" clId="{76D60CAD-22AB-47A5-B966-96DED5CEEB88}" dt="2022-11-14T13:56:40.708" v="35" actId="1076"/>
          <ac:picMkLst>
            <pc:docMk/>
            <pc:sldMk cId="2374493732" sldId="256"/>
            <ac:picMk id="7" creationId="{CD3E725A-7D3A-24D9-67B8-CA78283370A2}"/>
          </ac:picMkLst>
        </pc:picChg>
        <pc:picChg chg="mod">
          <ac:chgData name="Marco Antonio Ferreira Stockler" userId="007d2b78-cea3-4ca4-898e-8086f6fb2937" providerId="ADAL" clId="{76D60CAD-22AB-47A5-B966-96DED5CEEB88}" dt="2022-11-14T13:55:02.465" v="12" actId="1076"/>
          <ac:picMkLst>
            <pc:docMk/>
            <pc:sldMk cId="2374493732" sldId="256"/>
            <ac:picMk id="25" creationId="{99259C4F-44DB-4F28-B050-2EE4A3DB24D1}"/>
          </ac:picMkLst>
        </pc:picChg>
        <pc:picChg chg="del">
          <ac:chgData name="Marco Antonio Ferreira Stockler" userId="007d2b78-cea3-4ca4-898e-8086f6fb2937" providerId="ADAL" clId="{76D60CAD-22AB-47A5-B966-96DED5CEEB88}" dt="2022-11-14T13:55:58.143" v="24" actId="478"/>
          <ac:picMkLst>
            <pc:docMk/>
            <pc:sldMk cId="2374493732" sldId="256"/>
            <ac:picMk id="53" creationId="{B79EBBBA-6711-4A4A-A1CB-57FC08BC1C2E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26.979" v="59" actId="1076"/>
        <pc:sldMkLst>
          <pc:docMk/>
          <pc:sldMk cId="4130568784" sldId="258"/>
        </pc:sldMkLst>
        <pc:picChg chg="add mod">
          <ac:chgData name="Marco Antonio Ferreira Stockler" userId="007d2b78-cea3-4ca4-898e-8086f6fb2937" providerId="ADAL" clId="{76D60CAD-22AB-47A5-B966-96DED5CEEB88}" dt="2022-11-14T14:02:26.979" v="59" actId="1076"/>
          <ac:picMkLst>
            <pc:docMk/>
            <pc:sldMk cId="4130568784" sldId="258"/>
            <ac:picMk id="2" creationId="{C44CE734-CD01-FC0A-6D54-8DCF9D63EE2D}"/>
          </ac:picMkLst>
        </pc:picChg>
        <pc:picChg chg="del">
          <ac:chgData name="Marco Antonio Ferreira Stockler" userId="007d2b78-cea3-4ca4-898e-8086f6fb2937" providerId="ADAL" clId="{76D60CAD-22AB-47A5-B966-96DED5CEEB88}" dt="2022-11-14T14:02:22.482" v="58" actId="478"/>
          <ac:picMkLst>
            <pc:docMk/>
            <pc:sldMk cId="4130568784" sldId="258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40.022" v="63"/>
        <pc:sldMkLst>
          <pc:docMk/>
          <pc:sldMk cId="472279244" sldId="259"/>
        </pc:sldMkLst>
        <pc:picChg chg="add mod">
          <ac:chgData name="Marco Antonio Ferreira Stockler" userId="007d2b78-cea3-4ca4-898e-8086f6fb2937" providerId="ADAL" clId="{76D60CAD-22AB-47A5-B966-96DED5CEEB88}" dt="2022-11-14T14:02:40.022" v="63"/>
          <ac:picMkLst>
            <pc:docMk/>
            <pc:sldMk cId="472279244" sldId="259"/>
            <ac:picMk id="2" creationId="{E1662D9C-42B1-4587-0818-D5A66A4B6B9D}"/>
          </ac:picMkLst>
        </pc:picChg>
        <pc:picChg chg="del">
          <ac:chgData name="Marco Antonio Ferreira Stockler" userId="007d2b78-cea3-4ca4-898e-8086f6fb2937" providerId="ADAL" clId="{76D60CAD-22AB-47A5-B966-96DED5CEEB88}" dt="2022-11-14T14:02:39.170" v="62" actId="478"/>
          <ac:picMkLst>
            <pc:docMk/>
            <pc:sldMk cId="472279244" sldId="259"/>
            <ac:picMk id="25" creationId="{53318D9E-25C7-44FE-9EF2-2327179961E2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34.482" v="61"/>
        <pc:sldMkLst>
          <pc:docMk/>
          <pc:sldMk cId="570358810" sldId="260"/>
        </pc:sldMkLst>
        <pc:picChg chg="add mod">
          <ac:chgData name="Marco Antonio Ferreira Stockler" userId="007d2b78-cea3-4ca4-898e-8086f6fb2937" providerId="ADAL" clId="{76D60CAD-22AB-47A5-B966-96DED5CEEB88}" dt="2022-11-14T14:02:34.482" v="61"/>
          <ac:picMkLst>
            <pc:docMk/>
            <pc:sldMk cId="570358810" sldId="260"/>
            <ac:picMk id="2" creationId="{012EE948-FC63-F9F8-51E8-E615E493A538}"/>
          </ac:picMkLst>
        </pc:picChg>
        <pc:picChg chg="del">
          <ac:chgData name="Marco Antonio Ferreira Stockler" userId="007d2b78-cea3-4ca4-898e-8086f6fb2937" providerId="ADAL" clId="{76D60CAD-22AB-47A5-B966-96DED5CEEB88}" dt="2022-11-14T14:02:33.672" v="60" actId="478"/>
          <ac:picMkLst>
            <pc:docMk/>
            <pc:sldMk cId="570358810" sldId="260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44.882" v="65"/>
        <pc:sldMkLst>
          <pc:docMk/>
          <pc:sldMk cId="1598346414" sldId="261"/>
        </pc:sldMkLst>
        <pc:picChg chg="add mod">
          <ac:chgData name="Marco Antonio Ferreira Stockler" userId="007d2b78-cea3-4ca4-898e-8086f6fb2937" providerId="ADAL" clId="{76D60CAD-22AB-47A5-B966-96DED5CEEB88}" dt="2022-11-14T14:02:44.882" v="65"/>
          <ac:picMkLst>
            <pc:docMk/>
            <pc:sldMk cId="1598346414" sldId="261"/>
            <ac:picMk id="2" creationId="{A7544508-EB0C-99BF-D804-40BA830C38E4}"/>
          </ac:picMkLst>
        </pc:picChg>
        <pc:picChg chg="del">
          <ac:chgData name="Marco Antonio Ferreira Stockler" userId="007d2b78-cea3-4ca4-898e-8086f6fb2937" providerId="ADAL" clId="{76D60CAD-22AB-47A5-B966-96DED5CEEB88}" dt="2022-11-14T14:02:44.082" v="64" actId="478"/>
          <ac:picMkLst>
            <pc:docMk/>
            <pc:sldMk cId="1598346414" sldId="261"/>
            <ac:picMk id="20" creationId="{4F913892-DF2D-4178-A378-BB5A2D337E3F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30.132" v="81"/>
        <pc:sldMkLst>
          <pc:docMk/>
          <pc:sldMk cId="3025421287" sldId="263"/>
        </pc:sldMkLst>
        <pc:picChg chg="add mod">
          <ac:chgData name="Marco Antonio Ferreira Stockler" userId="007d2b78-cea3-4ca4-898e-8086f6fb2937" providerId="ADAL" clId="{76D60CAD-22AB-47A5-B966-96DED5CEEB88}" dt="2022-11-14T14:03:30.132" v="81"/>
          <ac:picMkLst>
            <pc:docMk/>
            <pc:sldMk cId="3025421287" sldId="263"/>
            <ac:picMk id="2" creationId="{366E73F8-F885-DEDF-63F5-20FC1C5EF39F}"/>
          </ac:picMkLst>
        </pc:picChg>
        <pc:picChg chg="del">
          <ac:chgData name="Marco Antonio Ferreira Stockler" userId="007d2b78-cea3-4ca4-898e-8086f6fb2937" providerId="ADAL" clId="{76D60CAD-22AB-47A5-B966-96DED5CEEB88}" dt="2022-11-14T14:03:29.362" v="80" actId="478"/>
          <ac:picMkLst>
            <pc:docMk/>
            <pc:sldMk cId="3025421287" sldId="263"/>
            <ac:picMk id="37" creationId="{95FB1322-4962-4312-A295-F3CC1513DFDE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53.706" v="69"/>
        <pc:sldMkLst>
          <pc:docMk/>
          <pc:sldMk cId="2128335644" sldId="264"/>
        </pc:sldMkLst>
        <pc:picChg chg="add mod">
          <ac:chgData name="Marco Antonio Ferreira Stockler" userId="007d2b78-cea3-4ca4-898e-8086f6fb2937" providerId="ADAL" clId="{76D60CAD-22AB-47A5-B966-96DED5CEEB88}" dt="2022-11-14T14:02:53.706" v="69"/>
          <ac:picMkLst>
            <pc:docMk/>
            <pc:sldMk cId="2128335644" sldId="264"/>
            <ac:picMk id="2" creationId="{85F8A5B5-8436-5164-3EE9-B8EFE7CE9F0A}"/>
          </ac:picMkLst>
        </pc:picChg>
        <pc:picChg chg="del">
          <ac:chgData name="Marco Antonio Ferreira Stockler" userId="007d2b78-cea3-4ca4-898e-8086f6fb2937" providerId="ADAL" clId="{76D60CAD-22AB-47A5-B966-96DED5CEEB88}" dt="2022-11-14T14:02:52.922" v="68" actId="478"/>
          <ac:picMkLst>
            <pc:docMk/>
            <pc:sldMk cId="2128335644" sldId="264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49.252" v="67"/>
        <pc:sldMkLst>
          <pc:docMk/>
          <pc:sldMk cId="2019981171" sldId="265"/>
        </pc:sldMkLst>
        <pc:picChg chg="add mod">
          <ac:chgData name="Marco Antonio Ferreira Stockler" userId="007d2b78-cea3-4ca4-898e-8086f6fb2937" providerId="ADAL" clId="{76D60CAD-22AB-47A5-B966-96DED5CEEB88}" dt="2022-11-14T14:02:49.252" v="67"/>
          <ac:picMkLst>
            <pc:docMk/>
            <pc:sldMk cId="2019981171" sldId="265"/>
            <ac:picMk id="6" creationId="{EE95EBCC-3398-FA2A-36E4-65CF78C31124}"/>
          </ac:picMkLst>
        </pc:picChg>
        <pc:picChg chg="del">
          <ac:chgData name="Marco Antonio Ferreira Stockler" userId="007d2b78-cea3-4ca4-898e-8086f6fb2937" providerId="ADAL" clId="{76D60CAD-22AB-47A5-B966-96DED5CEEB88}" dt="2022-11-14T14:02:48.412" v="66" actId="478"/>
          <ac:picMkLst>
            <pc:docMk/>
            <pc:sldMk cId="2019981171" sldId="265"/>
            <ac:picMk id="15" creationId="{9A12958E-05C8-4E4C-9D05-050E8EED5A47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13.412" v="99"/>
        <pc:sldMkLst>
          <pc:docMk/>
          <pc:sldMk cId="1414862730" sldId="266"/>
        </pc:sldMkLst>
        <pc:picChg chg="add mod">
          <ac:chgData name="Marco Antonio Ferreira Stockler" userId="007d2b78-cea3-4ca4-898e-8086f6fb2937" providerId="ADAL" clId="{76D60CAD-22AB-47A5-B966-96DED5CEEB88}" dt="2022-11-14T14:04:13.412" v="99"/>
          <ac:picMkLst>
            <pc:docMk/>
            <pc:sldMk cId="1414862730" sldId="266"/>
            <ac:picMk id="2" creationId="{991171A6-12C4-B60C-A867-EFE7392EEC27}"/>
          </ac:picMkLst>
        </pc:picChg>
        <pc:picChg chg="del">
          <ac:chgData name="Marco Antonio Ferreira Stockler" userId="007d2b78-cea3-4ca4-898e-8086f6fb2937" providerId="ADAL" clId="{76D60CAD-22AB-47A5-B966-96DED5CEEB88}" dt="2022-11-14T14:04:12.932" v="98" actId="478"/>
          <ac:picMkLst>
            <pc:docMk/>
            <pc:sldMk cId="1414862730" sldId="266"/>
            <ac:picMk id="15" creationId="{9A12958E-05C8-4E4C-9D05-050E8EED5A47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58.227" v="71"/>
        <pc:sldMkLst>
          <pc:docMk/>
          <pc:sldMk cId="2698162779" sldId="267"/>
        </pc:sldMkLst>
        <pc:picChg chg="add mod">
          <ac:chgData name="Marco Antonio Ferreira Stockler" userId="007d2b78-cea3-4ca4-898e-8086f6fb2937" providerId="ADAL" clId="{76D60CAD-22AB-47A5-B966-96DED5CEEB88}" dt="2022-11-14T14:02:58.227" v="71"/>
          <ac:picMkLst>
            <pc:docMk/>
            <pc:sldMk cId="2698162779" sldId="267"/>
            <ac:picMk id="2" creationId="{A8B9B367-0EE1-9B4C-0596-65EFD1316D84}"/>
          </ac:picMkLst>
        </pc:picChg>
        <pc:picChg chg="del">
          <ac:chgData name="Marco Antonio Ferreira Stockler" userId="007d2b78-cea3-4ca4-898e-8086f6fb2937" providerId="ADAL" clId="{76D60CAD-22AB-47A5-B966-96DED5CEEB88}" dt="2022-11-14T14:02:57.392" v="70" actId="478"/>
          <ac:picMkLst>
            <pc:docMk/>
            <pc:sldMk cId="2698162779" sldId="267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07.132" v="73"/>
        <pc:sldMkLst>
          <pc:docMk/>
          <pc:sldMk cId="3537745814" sldId="268"/>
        </pc:sldMkLst>
        <pc:picChg chg="add mod">
          <ac:chgData name="Marco Antonio Ferreira Stockler" userId="007d2b78-cea3-4ca4-898e-8086f6fb2937" providerId="ADAL" clId="{76D60CAD-22AB-47A5-B966-96DED5CEEB88}" dt="2022-11-14T14:03:07.132" v="73"/>
          <ac:picMkLst>
            <pc:docMk/>
            <pc:sldMk cId="3537745814" sldId="268"/>
            <ac:picMk id="2" creationId="{6571A94B-DCBF-7180-3CA9-A37B44EBFD3B}"/>
          </ac:picMkLst>
        </pc:picChg>
        <pc:picChg chg="del">
          <ac:chgData name="Marco Antonio Ferreira Stockler" userId="007d2b78-cea3-4ca4-898e-8086f6fb2937" providerId="ADAL" clId="{76D60CAD-22AB-47A5-B966-96DED5CEEB88}" dt="2022-11-14T14:03:06.360" v="72" actId="478"/>
          <ac:picMkLst>
            <pc:docMk/>
            <pc:sldMk cId="3537745814" sldId="268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12.782" v="75"/>
        <pc:sldMkLst>
          <pc:docMk/>
          <pc:sldMk cId="2095161010" sldId="269"/>
        </pc:sldMkLst>
        <pc:picChg chg="add mod">
          <ac:chgData name="Marco Antonio Ferreira Stockler" userId="007d2b78-cea3-4ca4-898e-8086f6fb2937" providerId="ADAL" clId="{76D60CAD-22AB-47A5-B966-96DED5CEEB88}" dt="2022-11-14T14:03:12.782" v="75"/>
          <ac:picMkLst>
            <pc:docMk/>
            <pc:sldMk cId="2095161010" sldId="269"/>
            <ac:picMk id="2" creationId="{1A1DF07D-3163-9292-AB08-C8EE99F07FFF}"/>
          </ac:picMkLst>
        </pc:picChg>
        <pc:picChg chg="del">
          <ac:chgData name="Marco Antonio Ferreira Stockler" userId="007d2b78-cea3-4ca4-898e-8086f6fb2937" providerId="ADAL" clId="{76D60CAD-22AB-47A5-B966-96DED5CEEB88}" dt="2022-11-14T14:03:11.965" v="74" actId="478"/>
          <ac:picMkLst>
            <pc:docMk/>
            <pc:sldMk cId="2095161010" sldId="269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22.335" v="77"/>
        <pc:sldMkLst>
          <pc:docMk/>
          <pc:sldMk cId="984936488" sldId="270"/>
        </pc:sldMkLst>
        <pc:picChg chg="add mod">
          <ac:chgData name="Marco Antonio Ferreira Stockler" userId="007d2b78-cea3-4ca4-898e-8086f6fb2937" providerId="ADAL" clId="{76D60CAD-22AB-47A5-B966-96DED5CEEB88}" dt="2022-11-14T14:03:22.335" v="77"/>
          <ac:picMkLst>
            <pc:docMk/>
            <pc:sldMk cId="984936488" sldId="270"/>
            <ac:picMk id="2" creationId="{C98989CA-81AD-62E6-D81E-0ECEE356EA57}"/>
          </ac:picMkLst>
        </pc:picChg>
        <pc:picChg chg="del">
          <ac:chgData name="Marco Antonio Ferreira Stockler" userId="007d2b78-cea3-4ca4-898e-8086f6fb2937" providerId="ADAL" clId="{76D60CAD-22AB-47A5-B966-96DED5CEEB88}" dt="2022-11-14T14:03:21.562" v="76" actId="478"/>
          <ac:picMkLst>
            <pc:docMk/>
            <pc:sldMk cId="984936488" sldId="270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35.303" v="83"/>
        <pc:sldMkLst>
          <pc:docMk/>
          <pc:sldMk cId="3228403919" sldId="272"/>
        </pc:sldMkLst>
        <pc:picChg chg="add mod">
          <ac:chgData name="Marco Antonio Ferreira Stockler" userId="007d2b78-cea3-4ca4-898e-8086f6fb2937" providerId="ADAL" clId="{76D60CAD-22AB-47A5-B966-96DED5CEEB88}" dt="2022-11-14T14:03:35.303" v="83"/>
          <ac:picMkLst>
            <pc:docMk/>
            <pc:sldMk cId="3228403919" sldId="272"/>
            <ac:picMk id="2" creationId="{DAEB0B76-5D87-FAD3-3DF5-A2F754BB9781}"/>
          </ac:picMkLst>
        </pc:picChg>
        <pc:picChg chg="del">
          <ac:chgData name="Marco Antonio Ferreira Stockler" userId="007d2b78-cea3-4ca4-898e-8086f6fb2937" providerId="ADAL" clId="{76D60CAD-22AB-47A5-B966-96DED5CEEB88}" dt="2022-11-14T14:03:34.602" v="82" actId="478"/>
          <ac:picMkLst>
            <pc:docMk/>
            <pc:sldMk cId="3228403919" sldId="272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39.982" v="85"/>
        <pc:sldMkLst>
          <pc:docMk/>
          <pc:sldMk cId="3341564460" sldId="273"/>
        </pc:sldMkLst>
        <pc:picChg chg="add mod">
          <ac:chgData name="Marco Antonio Ferreira Stockler" userId="007d2b78-cea3-4ca4-898e-8086f6fb2937" providerId="ADAL" clId="{76D60CAD-22AB-47A5-B966-96DED5CEEB88}" dt="2022-11-14T14:03:39.982" v="85"/>
          <ac:picMkLst>
            <pc:docMk/>
            <pc:sldMk cId="3341564460" sldId="273"/>
            <ac:picMk id="2" creationId="{931D8373-C6B5-E93C-D8FA-4BB6EFA9C671}"/>
          </ac:picMkLst>
        </pc:picChg>
        <pc:picChg chg="del">
          <ac:chgData name="Marco Antonio Ferreira Stockler" userId="007d2b78-cea3-4ca4-898e-8086f6fb2937" providerId="ADAL" clId="{76D60CAD-22AB-47A5-B966-96DED5CEEB88}" dt="2022-11-14T14:03:39.265" v="84" actId="478"/>
          <ac:picMkLst>
            <pc:docMk/>
            <pc:sldMk cId="3341564460" sldId="273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45.009" v="87"/>
        <pc:sldMkLst>
          <pc:docMk/>
          <pc:sldMk cId="906642958" sldId="274"/>
        </pc:sldMkLst>
        <pc:picChg chg="add mod">
          <ac:chgData name="Marco Antonio Ferreira Stockler" userId="007d2b78-cea3-4ca4-898e-8086f6fb2937" providerId="ADAL" clId="{76D60CAD-22AB-47A5-B966-96DED5CEEB88}" dt="2022-11-14T14:03:45.009" v="87"/>
          <ac:picMkLst>
            <pc:docMk/>
            <pc:sldMk cId="906642958" sldId="274"/>
            <ac:picMk id="3" creationId="{3F8BCE74-3C6C-A5C2-A633-92EF7CA2E510}"/>
          </ac:picMkLst>
        </pc:picChg>
        <pc:picChg chg="del">
          <ac:chgData name="Marco Antonio Ferreira Stockler" userId="007d2b78-cea3-4ca4-898e-8086f6fb2937" providerId="ADAL" clId="{76D60CAD-22AB-47A5-B966-96DED5CEEB88}" dt="2022-11-14T14:03:44.272" v="86" actId="478"/>
          <ac:picMkLst>
            <pc:docMk/>
            <pc:sldMk cId="906642958" sldId="274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55.462" v="91"/>
        <pc:sldMkLst>
          <pc:docMk/>
          <pc:sldMk cId="3482342652" sldId="275"/>
        </pc:sldMkLst>
        <pc:picChg chg="add mod">
          <ac:chgData name="Marco Antonio Ferreira Stockler" userId="007d2b78-cea3-4ca4-898e-8086f6fb2937" providerId="ADAL" clId="{76D60CAD-22AB-47A5-B966-96DED5CEEB88}" dt="2022-11-14T14:03:55.462" v="91"/>
          <ac:picMkLst>
            <pc:docMk/>
            <pc:sldMk cId="3482342652" sldId="275"/>
            <ac:picMk id="3" creationId="{B337E91B-75EC-9B0A-0439-825447D03F77}"/>
          </ac:picMkLst>
        </pc:picChg>
        <pc:picChg chg="del">
          <ac:chgData name="Marco Antonio Ferreira Stockler" userId="007d2b78-cea3-4ca4-898e-8086f6fb2937" providerId="ADAL" clId="{76D60CAD-22AB-47A5-B966-96DED5CEEB88}" dt="2022-11-14T14:03:54.732" v="90" actId="478"/>
          <ac:picMkLst>
            <pc:docMk/>
            <pc:sldMk cId="3482342652" sldId="275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09.932" v="97"/>
        <pc:sldMkLst>
          <pc:docMk/>
          <pc:sldMk cId="2222409336" sldId="276"/>
        </pc:sldMkLst>
        <pc:picChg chg="add mod">
          <ac:chgData name="Marco Antonio Ferreira Stockler" userId="007d2b78-cea3-4ca4-898e-8086f6fb2937" providerId="ADAL" clId="{76D60CAD-22AB-47A5-B966-96DED5CEEB88}" dt="2022-11-14T14:04:09.932" v="97"/>
          <ac:picMkLst>
            <pc:docMk/>
            <pc:sldMk cId="2222409336" sldId="276"/>
            <ac:picMk id="2" creationId="{7D36B8AC-9F8E-B280-4E1E-FC3A339EC024}"/>
          </ac:picMkLst>
        </pc:picChg>
        <pc:picChg chg="del">
          <ac:chgData name="Marco Antonio Ferreira Stockler" userId="007d2b78-cea3-4ca4-898e-8086f6fb2937" providerId="ADAL" clId="{76D60CAD-22AB-47A5-B966-96DED5CEEB88}" dt="2022-11-14T14:04:09.202" v="96" actId="478"/>
          <ac:picMkLst>
            <pc:docMk/>
            <pc:sldMk cId="2222409336" sldId="276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34.662" v="107"/>
        <pc:sldMkLst>
          <pc:docMk/>
          <pc:sldMk cId="854883647" sldId="278"/>
        </pc:sldMkLst>
        <pc:picChg chg="add mod">
          <ac:chgData name="Marco Antonio Ferreira Stockler" userId="007d2b78-cea3-4ca4-898e-8086f6fb2937" providerId="ADAL" clId="{76D60CAD-22AB-47A5-B966-96DED5CEEB88}" dt="2022-11-14T14:04:34.662" v="107"/>
          <ac:picMkLst>
            <pc:docMk/>
            <pc:sldMk cId="854883647" sldId="278"/>
            <ac:picMk id="3" creationId="{58FE3054-E97D-F467-B493-80791EB9A8E9}"/>
          </ac:picMkLst>
        </pc:picChg>
        <pc:picChg chg="del">
          <ac:chgData name="Marco Antonio Ferreira Stockler" userId="007d2b78-cea3-4ca4-898e-8086f6fb2937" providerId="ADAL" clId="{76D60CAD-22AB-47A5-B966-96DED5CEEB88}" dt="2022-11-14T14:04:33.942" v="106" actId="478"/>
          <ac:picMkLst>
            <pc:docMk/>
            <pc:sldMk cId="854883647" sldId="278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25.627" v="103"/>
        <pc:sldMkLst>
          <pc:docMk/>
          <pc:sldMk cId="4060687447" sldId="279"/>
        </pc:sldMkLst>
        <pc:picChg chg="add mod">
          <ac:chgData name="Marco Antonio Ferreira Stockler" userId="007d2b78-cea3-4ca4-898e-8086f6fb2937" providerId="ADAL" clId="{76D60CAD-22AB-47A5-B966-96DED5CEEB88}" dt="2022-11-14T14:04:25.627" v="103"/>
          <ac:picMkLst>
            <pc:docMk/>
            <pc:sldMk cId="4060687447" sldId="279"/>
            <ac:picMk id="3" creationId="{8017D479-116F-F92E-4FAD-3D959C28EC05}"/>
          </ac:picMkLst>
        </pc:picChg>
        <pc:picChg chg="del">
          <ac:chgData name="Marco Antonio Ferreira Stockler" userId="007d2b78-cea3-4ca4-898e-8086f6fb2937" providerId="ADAL" clId="{76D60CAD-22AB-47A5-B966-96DED5CEEB88}" dt="2022-11-14T14:04:24.882" v="102" actId="478"/>
          <ac:picMkLst>
            <pc:docMk/>
            <pc:sldMk cId="4060687447" sldId="279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30.102" v="105"/>
        <pc:sldMkLst>
          <pc:docMk/>
          <pc:sldMk cId="1337485278" sldId="280"/>
        </pc:sldMkLst>
        <pc:picChg chg="add mod">
          <ac:chgData name="Marco Antonio Ferreira Stockler" userId="007d2b78-cea3-4ca4-898e-8086f6fb2937" providerId="ADAL" clId="{76D60CAD-22AB-47A5-B966-96DED5CEEB88}" dt="2022-11-14T14:04:30.102" v="105"/>
          <ac:picMkLst>
            <pc:docMk/>
            <pc:sldMk cId="1337485278" sldId="280"/>
            <ac:picMk id="3" creationId="{2F750419-C8A2-5370-BB70-EF5BFBFEE0C2}"/>
          </ac:picMkLst>
        </pc:picChg>
        <pc:picChg chg="del">
          <ac:chgData name="Marco Antonio Ferreira Stockler" userId="007d2b78-cea3-4ca4-898e-8086f6fb2937" providerId="ADAL" clId="{76D60CAD-22AB-47A5-B966-96DED5CEEB88}" dt="2022-11-14T14:04:29.352" v="104" actId="478"/>
          <ac:picMkLst>
            <pc:docMk/>
            <pc:sldMk cId="1337485278" sldId="280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39.162" v="109"/>
        <pc:sldMkLst>
          <pc:docMk/>
          <pc:sldMk cId="290528325" sldId="281"/>
        </pc:sldMkLst>
        <pc:picChg chg="add mod">
          <ac:chgData name="Marco Antonio Ferreira Stockler" userId="007d2b78-cea3-4ca4-898e-8086f6fb2937" providerId="ADAL" clId="{76D60CAD-22AB-47A5-B966-96DED5CEEB88}" dt="2022-11-14T14:04:39.162" v="109"/>
          <ac:picMkLst>
            <pc:docMk/>
            <pc:sldMk cId="290528325" sldId="281"/>
            <ac:picMk id="3" creationId="{0B835006-F2B4-9075-6B3A-B304F814B89A}"/>
          </ac:picMkLst>
        </pc:picChg>
        <pc:picChg chg="del">
          <ac:chgData name="Marco Antonio Ferreira Stockler" userId="007d2b78-cea3-4ca4-898e-8086f6fb2937" providerId="ADAL" clId="{76D60CAD-22AB-47A5-B966-96DED5CEEB88}" dt="2022-11-14T14:04:38.393" v="108" actId="478"/>
          <ac:picMkLst>
            <pc:docMk/>
            <pc:sldMk cId="290528325" sldId="281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43.125" v="111"/>
        <pc:sldMkLst>
          <pc:docMk/>
          <pc:sldMk cId="1680312990" sldId="282"/>
        </pc:sldMkLst>
        <pc:picChg chg="add mod">
          <ac:chgData name="Marco Antonio Ferreira Stockler" userId="007d2b78-cea3-4ca4-898e-8086f6fb2937" providerId="ADAL" clId="{76D60CAD-22AB-47A5-B966-96DED5CEEB88}" dt="2022-11-14T14:04:43.125" v="111"/>
          <ac:picMkLst>
            <pc:docMk/>
            <pc:sldMk cId="1680312990" sldId="282"/>
            <ac:picMk id="3" creationId="{6A307FF4-0FAE-5B70-3DC2-F437473CDE53}"/>
          </ac:picMkLst>
        </pc:picChg>
        <pc:picChg chg="del">
          <ac:chgData name="Marco Antonio Ferreira Stockler" userId="007d2b78-cea3-4ca4-898e-8086f6fb2937" providerId="ADAL" clId="{76D60CAD-22AB-47A5-B966-96DED5CEEB88}" dt="2022-11-14T14:04:42.407" v="110" actId="478"/>
          <ac:picMkLst>
            <pc:docMk/>
            <pc:sldMk cId="1680312990" sldId="282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47.162" v="113"/>
        <pc:sldMkLst>
          <pc:docMk/>
          <pc:sldMk cId="234708267" sldId="283"/>
        </pc:sldMkLst>
        <pc:picChg chg="add mod">
          <ac:chgData name="Marco Antonio Ferreira Stockler" userId="007d2b78-cea3-4ca4-898e-8086f6fb2937" providerId="ADAL" clId="{76D60CAD-22AB-47A5-B966-96DED5CEEB88}" dt="2022-11-14T14:04:47.162" v="113"/>
          <ac:picMkLst>
            <pc:docMk/>
            <pc:sldMk cId="234708267" sldId="283"/>
            <ac:picMk id="3" creationId="{4F1BD6B0-F52A-F1A0-4714-29B74F4F93EA}"/>
          </ac:picMkLst>
        </pc:picChg>
        <pc:picChg chg="del">
          <ac:chgData name="Marco Antonio Ferreira Stockler" userId="007d2b78-cea3-4ca4-898e-8086f6fb2937" providerId="ADAL" clId="{76D60CAD-22AB-47A5-B966-96DED5CEEB88}" dt="2022-11-14T14:04:46.472" v="112" actId="478"/>
          <ac:picMkLst>
            <pc:docMk/>
            <pc:sldMk cId="234708267" sldId="283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52.014" v="115"/>
        <pc:sldMkLst>
          <pc:docMk/>
          <pc:sldMk cId="3901731523" sldId="284"/>
        </pc:sldMkLst>
        <pc:picChg chg="add mod">
          <ac:chgData name="Marco Antonio Ferreira Stockler" userId="007d2b78-cea3-4ca4-898e-8086f6fb2937" providerId="ADAL" clId="{76D60CAD-22AB-47A5-B966-96DED5CEEB88}" dt="2022-11-14T14:04:52.014" v="115"/>
          <ac:picMkLst>
            <pc:docMk/>
            <pc:sldMk cId="3901731523" sldId="284"/>
            <ac:picMk id="2" creationId="{1D3E7402-CF96-CCAF-2B89-144ED45DD27E}"/>
          </ac:picMkLst>
        </pc:picChg>
        <pc:picChg chg="del">
          <ac:chgData name="Marco Antonio Ferreira Stockler" userId="007d2b78-cea3-4ca4-898e-8086f6fb2937" providerId="ADAL" clId="{76D60CAD-22AB-47A5-B966-96DED5CEEB88}" dt="2022-11-14T14:04:51.272" v="114" actId="478"/>
          <ac:picMkLst>
            <pc:docMk/>
            <pc:sldMk cId="3901731523" sldId="284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0:31.906" v="52" actId="1037"/>
        <pc:sldMkLst>
          <pc:docMk/>
          <pc:sldMk cId="2674141166" sldId="285"/>
        </pc:sldMkLst>
        <pc:picChg chg="add mod">
          <ac:chgData name="Marco Antonio Ferreira Stockler" userId="007d2b78-cea3-4ca4-898e-8086f6fb2937" providerId="ADAL" clId="{76D60CAD-22AB-47A5-B966-96DED5CEEB88}" dt="2022-11-14T13:57:24.425" v="45" actId="1076"/>
          <ac:picMkLst>
            <pc:docMk/>
            <pc:sldMk cId="2674141166" sldId="285"/>
            <ac:picMk id="2" creationId="{C8652CAE-533E-0006-00CC-4E39986F7A3F}"/>
          </ac:picMkLst>
        </pc:picChg>
        <pc:picChg chg="add mod">
          <ac:chgData name="Marco Antonio Ferreira Stockler" userId="007d2b78-cea3-4ca4-898e-8086f6fb2937" providerId="ADAL" clId="{76D60CAD-22AB-47A5-B966-96DED5CEEB88}" dt="2022-11-14T14:00:31.906" v="52" actId="1037"/>
          <ac:picMkLst>
            <pc:docMk/>
            <pc:sldMk cId="2674141166" sldId="285"/>
            <ac:picMk id="3" creationId="{604F5768-855D-1DD4-0104-B05FBEDD30A2}"/>
          </ac:picMkLst>
        </pc:picChg>
        <pc:picChg chg="del">
          <ac:chgData name="Marco Antonio Ferreira Stockler" userId="007d2b78-cea3-4ca4-898e-8086f6fb2937" providerId="ADAL" clId="{76D60CAD-22AB-47A5-B966-96DED5CEEB88}" dt="2022-11-14T13:57:21.305" v="44" actId="478"/>
          <ac:picMkLst>
            <pc:docMk/>
            <pc:sldMk cId="2674141166" sldId="285"/>
            <ac:picMk id="53" creationId="{B79EBBBA-6711-4A4A-A1CB-57FC08BC1C2E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5:00.943" v="119"/>
        <pc:sldMkLst>
          <pc:docMk/>
          <pc:sldMk cId="1754782584" sldId="286"/>
        </pc:sldMkLst>
        <pc:picChg chg="add mod">
          <ac:chgData name="Marco Antonio Ferreira Stockler" userId="007d2b78-cea3-4ca4-898e-8086f6fb2937" providerId="ADAL" clId="{76D60CAD-22AB-47A5-B966-96DED5CEEB88}" dt="2022-11-14T14:05:00.943" v="119"/>
          <ac:picMkLst>
            <pc:docMk/>
            <pc:sldMk cId="1754782584" sldId="286"/>
            <ac:picMk id="8" creationId="{58C68957-D977-5426-51D5-3DD84A64AFF6}"/>
          </ac:picMkLst>
        </pc:picChg>
        <pc:picChg chg="del">
          <ac:chgData name="Marco Antonio Ferreira Stockler" userId="007d2b78-cea3-4ca4-898e-8086f6fb2937" providerId="ADAL" clId="{76D60CAD-22AB-47A5-B966-96DED5CEEB88}" dt="2022-11-14T14:04:59.762" v="118" actId="478"/>
          <ac:picMkLst>
            <pc:docMk/>
            <pc:sldMk cId="1754782584" sldId="286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56.282" v="117"/>
        <pc:sldMkLst>
          <pc:docMk/>
          <pc:sldMk cId="52480338" sldId="287"/>
        </pc:sldMkLst>
        <pc:picChg chg="add mod">
          <ac:chgData name="Marco Antonio Ferreira Stockler" userId="007d2b78-cea3-4ca4-898e-8086f6fb2937" providerId="ADAL" clId="{76D60CAD-22AB-47A5-B966-96DED5CEEB88}" dt="2022-11-14T14:04:56.282" v="117"/>
          <ac:picMkLst>
            <pc:docMk/>
            <pc:sldMk cId="52480338" sldId="287"/>
            <ac:picMk id="3" creationId="{4E528192-8857-F7AD-E73C-CA7108AC2A50}"/>
          </ac:picMkLst>
        </pc:picChg>
        <pc:picChg chg="del">
          <ac:chgData name="Marco Antonio Ferreira Stockler" userId="007d2b78-cea3-4ca4-898e-8086f6fb2937" providerId="ADAL" clId="{76D60CAD-22AB-47A5-B966-96DED5CEEB88}" dt="2022-11-14T14:04:55.576" v="116" actId="478"/>
          <ac:picMkLst>
            <pc:docMk/>
            <pc:sldMk cId="52480338" sldId="287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26.172" v="79"/>
        <pc:sldMkLst>
          <pc:docMk/>
          <pc:sldMk cId="255269388" sldId="292"/>
        </pc:sldMkLst>
        <pc:picChg chg="add mod">
          <ac:chgData name="Marco Antonio Ferreira Stockler" userId="007d2b78-cea3-4ca4-898e-8086f6fb2937" providerId="ADAL" clId="{76D60CAD-22AB-47A5-B966-96DED5CEEB88}" dt="2022-11-14T14:03:26.172" v="79"/>
          <ac:picMkLst>
            <pc:docMk/>
            <pc:sldMk cId="255269388" sldId="292"/>
            <ac:picMk id="2" creationId="{C56B4EFF-8991-482F-3B42-90BEC1A8D811}"/>
          </ac:picMkLst>
        </pc:picChg>
        <pc:picChg chg="del">
          <ac:chgData name="Marco Antonio Ferreira Stockler" userId="007d2b78-cea3-4ca4-898e-8086f6fb2937" providerId="ADAL" clId="{76D60CAD-22AB-47A5-B966-96DED5CEEB88}" dt="2022-11-14T14:03:25.402" v="78" actId="478"/>
          <ac:picMkLst>
            <pc:docMk/>
            <pc:sldMk cId="255269388" sldId="292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5:06.622" v="121"/>
        <pc:sldMkLst>
          <pc:docMk/>
          <pc:sldMk cId="2869012958" sldId="298"/>
        </pc:sldMkLst>
        <pc:picChg chg="add mod">
          <ac:chgData name="Marco Antonio Ferreira Stockler" userId="007d2b78-cea3-4ca4-898e-8086f6fb2937" providerId="ADAL" clId="{76D60CAD-22AB-47A5-B966-96DED5CEEB88}" dt="2022-11-14T14:05:06.622" v="121"/>
          <ac:picMkLst>
            <pc:docMk/>
            <pc:sldMk cId="2869012958" sldId="298"/>
            <ac:picMk id="2" creationId="{BFF61E8E-147D-6AE7-A850-904E774B7E02}"/>
          </ac:picMkLst>
        </pc:picChg>
        <pc:picChg chg="del">
          <ac:chgData name="Marco Antonio Ferreira Stockler" userId="007d2b78-cea3-4ca4-898e-8086f6fb2937" providerId="ADAL" clId="{76D60CAD-22AB-47A5-B966-96DED5CEEB88}" dt="2022-11-14T14:05:05.882" v="120" actId="478"/>
          <ac:picMkLst>
            <pc:docMk/>
            <pc:sldMk cId="2869012958" sldId="298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21.182" v="101"/>
        <pc:sldMkLst>
          <pc:docMk/>
          <pc:sldMk cId="1913814345" sldId="301"/>
        </pc:sldMkLst>
        <pc:picChg chg="add mod">
          <ac:chgData name="Marco Antonio Ferreira Stockler" userId="007d2b78-cea3-4ca4-898e-8086f6fb2937" providerId="ADAL" clId="{76D60CAD-22AB-47A5-B966-96DED5CEEB88}" dt="2022-11-14T14:04:21.182" v="101"/>
          <ac:picMkLst>
            <pc:docMk/>
            <pc:sldMk cId="1913814345" sldId="301"/>
            <ac:picMk id="2" creationId="{DD1FF16E-33FB-5B49-E462-E18642417083}"/>
          </ac:picMkLst>
        </pc:picChg>
        <pc:picChg chg="del">
          <ac:chgData name="Marco Antonio Ferreira Stockler" userId="007d2b78-cea3-4ca4-898e-8086f6fb2937" providerId="ADAL" clId="{76D60CAD-22AB-47A5-B966-96DED5CEEB88}" dt="2022-11-14T14:04:20.722" v="100" actId="478"/>
          <ac:picMkLst>
            <pc:docMk/>
            <pc:sldMk cId="1913814345" sldId="301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59.527" v="93"/>
        <pc:sldMkLst>
          <pc:docMk/>
          <pc:sldMk cId="1644907401" sldId="304"/>
        </pc:sldMkLst>
        <pc:picChg chg="add mod">
          <ac:chgData name="Marco Antonio Ferreira Stockler" userId="007d2b78-cea3-4ca4-898e-8086f6fb2937" providerId="ADAL" clId="{76D60CAD-22AB-47A5-B966-96DED5CEEB88}" dt="2022-11-14T14:03:59.527" v="93"/>
          <ac:picMkLst>
            <pc:docMk/>
            <pc:sldMk cId="1644907401" sldId="304"/>
            <ac:picMk id="2" creationId="{261A6A53-FFE2-F7B8-0917-DF2C3390417C}"/>
          </ac:picMkLst>
        </pc:picChg>
        <pc:picChg chg="del">
          <ac:chgData name="Marco Antonio Ferreira Stockler" userId="007d2b78-cea3-4ca4-898e-8086f6fb2937" providerId="ADAL" clId="{76D60CAD-22AB-47A5-B966-96DED5CEEB88}" dt="2022-11-14T14:03:58.777" v="92" actId="478"/>
          <ac:picMkLst>
            <pc:docMk/>
            <pc:sldMk cId="1644907401" sldId="304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5:17.131" v="123"/>
        <pc:sldMkLst>
          <pc:docMk/>
          <pc:sldMk cId="749528310" sldId="305"/>
        </pc:sldMkLst>
        <pc:picChg chg="add mod">
          <ac:chgData name="Marco Antonio Ferreira Stockler" userId="007d2b78-cea3-4ca4-898e-8086f6fb2937" providerId="ADAL" clId="{76D60CAD-22AB-47A5-B966-96DED5CEEB88}" dt="2022-11-14T14:05:17.131" v="123"/>
          <ac:picMkLst>
            <pc:docMk/>
            <pc:sldMk cId="749528310" sldId="305"/>
            <ac:picMk id="2" creationId="{64C0FA66-E204-7D2B-6C04-1B05FA00A0E7}"/>
          </ac:picMkLst>
        </pc:picChg>
        <pc:picChg chg="del">
          <ac:chgData name="Marco Antonio Ferreira Stockler" userId="007d2b78-cea3-4ca4-898e-8086f6fb2937" providerId="ADAL" clId="{76D60CAD-22AB-47A5-B966-96DED5CEEB88}" dt="2022-11-14T14:05:16.426" v="122" actId="478"/>
          <ac:picMkLst>
            <pc:docMk/>
            <pc:sldMk cId="749528310" sldId="305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50.652" v="89"/>
        <pc:sldMkLst>
          <pc:docMk/>
          <pc:sldMk cId="3694899755" sldId="306"/>
        </pc:sldMkLst>
        <pc:picChg chg="add mod">
          <ac:chgData name="Marco Antonio Ferreira Stockler" userId="007d2b78-cea3-4ca4-898e-8086f6fb2937" providerId="ADAL" clId="{76D60CAD-22AB-47A5-B966-96DED5CEEB88}" dt="2022-11-14T14:03:50.652" v="89"/>
          <ac:picMkLst>
            <pc:docMk/>
            <pc:sldMk cId="3694899755" sldId="306"/>
            <ac:picMk id="2" creationId="{4F7A253E-8A97-D04B-7193-AF21E410A8AE}"/>
          </ac:picMkLst>
        </pc:picChg>
        <pc:picChg chg="del">
          <ac:chgData name="Marco Antonio Ferreira Stockler" userId="007d2b78-cea3-4ca4-898e-8086f6fb2937" providerId="ADAL" clId="{76D60CAD-22AB-47A5-B966-96DED5CEEB88}" dt="2022-11-14T14:03:49.914" v="88" actId="478"/>
          <ac:picMkLst>
            <pc:docMk/>
            <pc:sldMk cId="3694899755" sldId="306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04.102" v="95"/>
        <pc:sldMkLst>
          <pc:docMk/>
          <pc:sldMk cId="52805358" sldId="307"/>
        </pc:sldMkLst>
        <pc:picChg chg="add mod">
          <ac:chgData name="Marco Antonio Ferreira Stockler" userId="007d2b78-cea3-4ca4-898e-8086f6fb2937" providerId="ADAL" clId="{76D60CAD-22AB-47A5-B966-96DED5CEEB88}" dt="2022-11-14T14:04:04.102" v="95"/>
          <ac:picMkLst>
            <pc:docMk/>
            <pc:sldMk cId="52805358" sldId="307"/>
            <ac:picMk id="2" creationId="{C3B53736-6A04-A2FA-0665-D26D5431E133}"/>
          </ac:picMkLst>
        </pc:picChg>
        <pc:picChg chg="del">
          <ac:chgData name="Marco Antonio Ferreira Stockler" userId="007d2b78-cea3-4ca4-898e-8086f6fb2937" providerId="ADAL" clId="{76D60CAD-22AB-47A5-B966-96DED5CEEB88}" dt="2022-11-14T14:04:03.512" v="94" actId="478"/>
          <ac:picMkLst>
            <pc:docMk/>
            <pc:sldMk cId="52805358" sldId="307"/>
            <ac:picMk id="19" creationId="{F7AB7AB4-9E2F-4C99-9C77-769712EC5420}"/>
          </ac:picMkLst>
        </pc:picChg>
      </pc:sldChg>
      <pc:sldChg chg="addSp modSp mod">
        <pc:chgData name="Marco Antonio Ferreira Stockler" userId="007d2b78-cea3-4ca4-898e-8086f6fb2937" providerId="ADAL" clId="{76D60CAD-22AB-47A5-B966-96DED5CEEB88}" dt="2022-11-14T13:56:58.103" v="41" actId="1076"/>
        <pc:sldMkLst>
          <pc:docMk/>
          <pc:sldMk cId="2570752246" sldId="317"/>
        </pc:sldMkLst>
        <pc:picChg chg="add mod">
          <ac:chgData name="Marco Antonio Ferreira Stockler" userId="007d2b78-cea3-4ca4-898e-8086f6fb2937" providerId="ADAL" clId="{76D60CAD-22AB-47A5-B966-96DED5CEEB88}" dt="2022-11-14T13:56:58.103" v="41" actId="1076"/>
          <ac:picMkLst>
            <pc:docMk/>
            <pc:sldMk cId="2570752246" sldId="317"/>
            <ac:picMk id="2" creationId="{6B567CC9-281A-937D-972C-BCD251C54411}"/>
          </ac:picMkLst>
        </pc:picChg>
      </pc:sldChg>
    </pc:docChg>
  </pc:docChgLst>
  <pc:docChgLst>
    <pc:chgData name="Rodrigo Samways Pacheco Dos Santos" userId="e962095f-e3b1-48bd-9b4e-699b4adc235a" providerId="ADAL" clId="{68FF21AD-6F4F-41F7-8CB9-ADFA948295D1}"/>
    <pc:docChg chg="undo custSel modSld">
      <pc:chgData name="Rodrigo Samways Pacheco Dos Santos" userId="e962095f-e3b1-48bd-9b4e-699b4adc235a" providerId="ADAL" clId="{68FF21AD-6F4F-41F7-8CB9-ADFA948295D1}" dt="2022-12-21T03:14:00.026" v="132" actId="478"/>
      <pc:docMkLst>
        <pc:docMk/>
      </pc:docMkLst>
      <pc:sldChg chg="addSp delSp modSp mod">
        <pc:chgData name="Rodrigo Samways Pacheco Dos Santos" userId="e962095f-e3b1-48bd-9b4e-699b4adc235a" providerId="ADAL" clId="{68FF21AD-6F4F-41F7-8CB9-ADFA948295D1}" dt="2022-12-21T03:10:28.330" v="10" actId="478"/>
        <pc:sldMkLst>
          <pc:docMk/>
          <pc:sldMk cId="2374493732" sldId="256"/>
        </pc:sldMkLst>
        <pc:picChg chg="add mod">
          <ac:chgData name="Rodrigo Samways Pacheco Dos Santos" userId="e962095f-e3b1-48bd-9b4e-699b4adc235a" providerId="ADAL" clId="{68FF21AD-6F4F-41F7-8CB9-ADFA948295D1}" dt="2022-12-21T03:10:23.745" v="8" actId="1076"/>
          <ac:picMkLst>
            <pc:docMk/>
            <pc:sldMk cId="2374493732" sldId="256"/>
            <ac:picMk id="4" creationId="{938F5C3F-4D15-1E15-63D4-CC08C6798E19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0:28.330" v="10" actId="478"/>
          <ac:picMkLst>
            <pc:docMk/>
            <pc:sldMk cId="2374493732" sldId="256"/>
            <ac:picMk id="6" creationId="{07AFF022-5CD8-29C0-EA6B-2F86BFA879D1}"/>
          </ac:picMkLst>
        </pc:picChg>
        <pc:picChg chg="del">
          <ac:chgData name="Rodrigo Samways Pacheco Dos Santos" userId="e962095f-e3b1-48bd-9b4e-699b4adc235a" providerId="ADAL" clId="{68FF21AD-6F4F-41F7-8CB9-ADFA948295D1}" dt="2022-12-21T03:10:24.803" v="9" actId="478"/>
          <ac:picMkLst>
            <pc:docMk/>
            <pc:sldMk cId="2374493732" sldId="256"/>
            <ac:picMk id="7" creationId="{CD3E725A-7D3A-24D9-67B8-CA78283370A2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23.259" v="24" actId="1076"/>
        <pc:sldMkLst>
          <pc:docMk/>
          <pc:sldMk cId="4130568784" sldId="258"/>
        </pc:sldMkLst>
        <pc:spChg chg="mod">
          <ac:chgData name="Rodrigo Samways Pacheco Dos Santos" userId="e962095f-e3b1-48bd-9b4e-699b4adc235a" providerId="ADAL" clId="{68FF21AD-6F4F-41F7-8CB9-ADFA948295D1}" dt="2022-12-21T03:11:19.431" v="22" actId="14100"/>
          <ac:spMkLst>
            <pc:docMk/>
            <pc:sldMk cId="4130568784" sldId="258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0:54.615" v="15" actId="478"/>
          <ac:picMkLst>
            <pc:docMk/>
            <pc:sldMk cId="4130568784" sldId="258"/>
            <ac:picMk id="2" creationId="{C44CE734-CD01-FC0A-6D54-8DCF9D63EE2D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23.259" v="24" actId="1076"/>
          <ac:picMkLst>
            <pc:docMk/>
            <pc:sldMk cId="4130568784" sldId="258"/>
            <ac:picMk id="7" creationId="{4C3EA5F5-4EC3-BF43-11F4-16D0F3DFAC82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1:21.115" v="23" actId="478"/>
          <ac:picMkLst>
            <pc:docMk/>
            <pc:sldMk cId="4130568784" sldId="258"/>
            <ac:picMk id="9" creationId="{DB36CAEB-E40F-B232-1E84-8AD5FD02515E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30.693" v="30"/>
        <pc:sldMkLst>
          <pc:docMk/>
          <pc:sldMk cId="472279244" sldId="259"/>
        </pc:sldMkLst>
        <pc:spChg chg="add mod">
          <ac:chgData name="Rodrigo Samways Pacheco Dos Santos" userId="e962095f-e3b1-48bd-9b4e-699b4adc235a" providerId="ADAL" clId="{68FF21AD-6F4F-41F7-8CB9-ADFA948295D1}" dt="2022-12-21T03:11:30.693" v="30"/>
          <ac:spMkLst>
            <pc:docMk/>
            <pc:sldMk cId="472279244" sldId="259"/>
            <ac:spMk id="3" creationId="{666AE960-E6A7-3FDE-4E57-D57F10E633D6}"/>
          </ac:spMkLst>
        </pc:spChg>
        <pc:spChg chg="del">
          <ac:chgData name="Rodrigo Samways Pacheco Dos Santos" userId="e962095f-e3b1-48bd-9b4e-699b4adc235a" providerId="ADAL" clId="{68FF21AD-6F4F-41F7-8CB9-ADFA948295D1}" dt="2022-12-21T03:11:29.444" v="28" actId="478"/>
          <ac:spMkLst>
            <pc:docMk/>
            <pc:sldMk cId="472279244" sldId="259"/>
            <ac:spMk id="24" creationId="{39F6B41D-3D5A-48AC-BA26-93E8A4DAB481}"/>
          </ac:spMkLst>
        </pc:spChg>
        <pc:picChg chg="del">
          <ac:chgData name="Rodrigo Samways Pacheco Dos Santos" userId="e962095f-e3b1-48bd-9b4e-699b4adc235a" providerId="ADAL" clId="{68FF21AD-6F4F-41F7-8CB9-ADFA948295D1}" dt="2022-12-21T03:11:29.987" v="29" actId="478"/>
          <ac:picMkLst>
            <pc:docMk/>
            <pc:sldMk cId="472279244" sldId="259"/>
            <ac:picMk id="2" creationId="{E1662D9C-42B1-4587-0818-D5A66A4B6B9D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30.693" v="30"/>
          <ac:picMkLst>
            <pc:docMk/>
            <pc:sldMk cId="472279244" sldId="259"/>
            <ac:picMk id="4" creationId="{69E93DC5-33A9-CDCB-9B5F-CBDC0F5B26F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27.931" v="27"/>
        <pc:sldMkLst>
          <pc:docMk/>
          <pc:sldMk cId="570358810" sldId="260"/>
        </pc:sldMkLst>
        <pc:spChg chg="add mod">
          <ac:chgData name="Rodrigo Samways Pacheco Dos Santos" userId="e962095f-e3b1-48bd-9b4e-699b4adc235a" providerId="ADAL" clId="{68FF21AD-6F4F-41F7-8CB9-ADFA948295D1}" dt="2022-12-21T03:11:27.931" v="27"/>
          <ac:spMkLst>
            <pc:docMk/>
            <pc:sldMk cId="570358810" sldId="260"/>
            <ac:spMk id="3" creationId="{900024F7-57ED-2D6F-FE9B-465794E40C99}"/>
          </ac:spMkLst>
        </pc:spChg>
        <pc:spChg chg="del">
          <ac:chgData name="Rodrigo Samways Pacheco Dos Santos" userId="e962095f-e3b1-48bd-9b4e-699b4adc235a" providerId="ADAL" clId="{68FF21AD-6F4F-41F7-8CB9-ADFA948295D1}" dt="2022-12-21T03:11:26.731" v="25" actId="478"/>
          <ac:spMkLst>
            <pc:docMk/>
            <pc:sldMk cId="570358810" sldId="260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1:27.219" v="26" actId="478"/>
          <ac:picMkLst>
            <pc:docMk/>
            <pc:sldMk cId="570358810" sldId="260"/>
            <ac:picMk id="2" creationId="{012EE948-FC63-F9F8-51E8-E615E493A538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27.931" v="27"/>
          <ac:picMkLst>
            <pc:docMk/>
            <pc:sldMk cId="570358810" sldId="260"/>
            <ac:picMk id="4" creationId="{3C8A9C77-3757-666F-21C7-FE9A1B33FDF1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33.819" v="33"/>
        <pc:sldMkLst>
          <pc:docMk/>
          <pc:sldMk cId="1598346414" sldId="261"/>
        </pc:sldMkLst>
        <pc:spChg chg="add mod">
          <ac:chgData name="Rodrigo Samways Pacheco Dos Santos" userId="e962095f-e3b1-48bd-9b4e-699b4adc235a" providerId="ADAL" clId="{68FF21AD-6F4F-41F7-8CB9-ADFA948295D1}" dt="2022-12-21T03:11:33.819" v="33"/>
          <ac:spMkLst>
            <pc:docMk/>
            <pc:sldMk cId="1598346414" sldId="261"/>
            <ac:spMk id="3" creationId="{E3F8AE55-8CD8-8B28-58CD-755ECB5CBC7D}"/>
          </ac:spMkLst>
        </pc:spChg>
        <pc:spChg chg="del">
          <ac:chgData name="Rodrigo Samways Pacheco Dos Santos" userId="e962095f-e3b1-48bd-9b4e-699b4adc235a" providerId="ADAL" clId="{68FF21AD-6F4F-41F7-8CB9-ADFA948295D1}" dt="2022-12-21T03:11:33.059" v="32" actId="478"/>
          <ac:spMkLst>
            <pc:docMk/>
            <pc:sldMk cId="1598346414" sldId="261"/>
            <ac:spMk id="18" creationId="{9921D664-AE5B-4655-B2DF-2F52A9CF6FEF}"/>
          </ac:spMkLst>
        </pc:spChg>
        <pc:picChg chg="del">
          <ac:chgData name="Rodrigo Samways Pacheco Dos Santos" userId="e962095f-e3b1-48bd-9b4e-699b4adc235a" providerId="ADAL" clId="{68FF21AD-6F4F-41F7-8CB9-ADFA948295D1}" dt="2022-12-21T03:11:32.731" v="31" actId="478"/>
          <ac:picMkLst>
            <pc:docMk/>
            <pc:sldMk cId="1598346414" sldId="261"/>
            <ac:picMk id="2" creationId="{A7544508-EB0C-99BF-D804-40BA830C38E4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33.819" v="33"/>
          <ac:picMkLst>
            <pc:docMk/>
            <pc:sldMk cId="1598346414" sldId="261"/>
            <ac:picMk id="4" creationId="{291B472B-38A7-C65F-4967-253F7F08DA49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9.740" v="57"/>
        <pc:sldMkLst>
          <pc:docMk/>
          <pc:sldMk cId="3025421287" sldId="263"/>
        </pc:sldMkLst>
        <pc:spChg chg="add mod">
          <ac:chgData name="Rodrigo Samways Pacheco Dos Santos" userId="e962095f-e3b1-48bd-9b4e-699b4adc235a" providerId="ADAL" clId="{68FF21AD-6F4F-41F7-8CB9-ADFA948295D1}" dt="2022-12-21T03:11:59.740" v="57"/>
          <ac:spMkLst>
            <pc:docMk/>
            <pc:sldMk cId="3025421287" sldId="263"/>
            <ac:spMk id="3" creationId="{5AADC7CA-6F09-08DB-AFE9-EAE85F9A0580}"/>
          </ac:spMkLst>
        </pc:spChg>
        <pc:spChg chg="del">
          <ac:chgData name="Rodrigo Samways Pacheco Dos Santos" userId="e962095f-e3b1-48bd-9b4e-699b4adc235a" providerId="ADAL" clId="{68FF21AD-6F4F-41F7-8CB9-ADFA948295D1}" dt="2022-12-21T03:11:58.988" v="56" actId="478"/>
          <ac:spMkLst>
            <pc:docMk/>
            <pc:sldMk cId="3025421287" sldId="263"/>
            <ac:spMk id="36" creationId="{C228A051-6094-4E7B-ADAA-BD482E244BC7}"/>
          </ac:spMkLst>
        </pc:spChg>
        <pc:picChg chg="del">
          <ac:chgData name="Rodrigo Samways Pacheco Dos Santos" userId="e962095f-e3b1-48bd-9b4e-699b4adc235a" providerId="ADAL" clId="{68FF21AD-6F4F-41F7-8CB9-ADFA948295D1}" dt="2022-12-21T03:11:58.659" v="55" actId="478"/>
          <ac:picMkLst>
            <pc:docMk/>
            <pc:sldMk cId="3025421287" sldId="263"/>
            <ac:picMk id="2" creationId="{366E73F8-F885-DEDF-63F5-20FC1C5EF39F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9.740" v="57"/>
          <ac:picMkLst>
            <pc:docMk/>
            <pc:sldMk cId="3025421287" sldId="263"/>
            <ac:picMk id="4" creationId="{4BB1B8C7-CFDB-2CD6-DEA2-6DAC73CDA77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40.388" v="39"/>
        <pc:sldMkLst>
          <pc:docMk/>
          <pc:sldMk cId="2128335644" sldId="264"/>
        </pc:sldMkLst>
        <pc:spChg chg="add mod">
          <ac:chgData name="Rodrigo Samways Pacheco Dos Santos" userId="e962095f-e3b1-48bd-9b4e-699b4adc235a" providerId="ADAL" clId="{68FF21AD-6F4F-41F7-8CB9-ADFA948295D1}" dt="2022-12-21T03:11:40.388" v="39"/>
          <ac:spMkLst>
            <pc:docMk/>
            <pc:sldMk cId="2128335644" sldId="264"/>
            <ac:spMk id="3" creationId="{8C08DA48-2EA3-ED7C-2797-307AB6CBD444}"/>
          </ac:spMkLst>
        </pc:spChg>
        <pc:spChg chg="del">
          <ac:chgData name="Rodrigo Samways Pacheco Dos Santos" userId="e962095f-e3b1-48bd-9b4e-699b4adc235a" providerId="ADAL" clId="{68FF21AD-6F4F-41F7-8CB9-ADFA948295D1}" dt="2022-12-21T03:11:39.602" v="38" actId="478"/>
          <ac:spMkLst>
            <pc:docMk/>
            <pc:sldMk cId="2128335644" sldId="264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39.214" v="37" actId="478"/>
          <ac:picMkLst>
            <pc:docMk/>
            <pc:sldMk cId="2128335644" sldId="264"/>
            <ac:picMk id="2" creationId="{85F8A5B5-8436-5164-3EE9-B8EFE7CE9F0A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40.388" v="39"/>
          <ac:picMkLst>
            <pc:docMk/>
            <pc:sldMk cId="2128335644" sldId="264"/>
            <ac:picMk id="4" creationId="{E317D68F-BD7D-36D3-03EE-D4EB44F99A9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37.126" v="36"/>
        <pc:sldMkLst>
          <pc:docMk/>
          <pc:sldMk cId="2019981171" sldId="265"/>
        </pc:sldMkLst>
        <pc:spChg chg="add mod">
          <ac:chgData name="Rodrigo Samways Pacheco Dos Santos" userId="e962095f-e3b1-48bd-9b4e-699b4adc235a" providerId="ADAL" clId="{68FF21AD-6F4F-41F7-8CB9-ADFA948295D1}" dt="2022-12-21T03:11:37.126" v="36"/>
          <ac:spMkLst>
            <pc:docMk/>
            <pc:sldMk cId="2019981171" sldId="265"/>
            <ac:spMk id="8" creationId="{0D75F810-F130-DBCC-4543-03BAD3ED08B0}"/>
          </ac:spMkLst>
        </pc:spChg>
        <pc:spChg chg="del">
          <ac:chgData name="Rodrigo Samways Pacheco Dos Santos" userId="e962095f-e3b1-48bd-9b4e-699b4adc235a" providerId="ADAL" clId="{68FF21AD-6F4F-41F7-8CB9-ADFA948295D1}" dt="2022-12-21T03:11:35.763" v="34" actId="478"/>
          <ac:spMkLst>
            <pc:docMk/>
            <pc:sldMk cId="2019981171" sldId="265"/>
            <ac:spMk id="13" creationId="{4A1445F4-51AE-4450-B783-B7C551FB24FE}"/>
          </ac:spMkLst>
        </pc:spChg>
        <pc:picChg chg="del">
          <ac:chgData name="Rodrigo Samways Pacheco Dos Santos" userId="e962095f-e3b1-48bd-9b4e-699b4adc235a" providerId="ADAL" clId="{68FF21AD-6F4F-41F7-8CB9-ADFA948295D1}" dt="2022-12-21T03:11:36.339" v="35" actId="478"/>
          <ac:picMkLst>
            <pc:docMk/>
            <pc:sldMk cId="2019981171" sldId="265"/>
            <ac:picMk id="6" creationId="{EE95EBCC-3398-FA2A-36E4-65CF78C31124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37.126" v="36"/>
          <ac:picMkLst>
            <pc:docMk/>
            <pc:sldMk cId="2019981171" sldId="265"/>
            <ac:picMk id="11" creationId="{24EC08EC-9A85-F017-8486-434DB0226EA5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43.939" v="84"/>
        <pc:sldMkLst>
          <pc:docMk/>
          <pc:sldMk cId="1414862730" sldId="266"/>
        </pc:sldMkLst>
        <pc:spChg chg="add mod">
          <ac:chgData name="Rodrigo Samways Pacheco Dos Santos" userId="e962095f-e3b1-48bd-9b4e-699b4adc235a" providerId="ADAL" clId="{68FF21AD-6F4F-41F7-8CB9-ADFA948295D1}" dt="2022-12-21T03:12:43.939" v="84"/>
          <ac:spMkLst>
            <pc:docMk/>
            <pc:sldMk cId="1414862730" sldId="266"/>
            <ac:spMk id="3" creationId="{C03CE515-A393-6831-C2B1-02D155FB8ED8}"/>
          </ac:spMkLst>
        </pc:spChg>
        <pc:spChg chg="del">
          <ac:chgData name="Rodrigo Samways Pacheco Dos Santos" userId="e962095f-e3b1-48bd-9b4e-699b4adc235a" providerId="ADAL" clId="{68FF21AD-6F4F-41F7-8CB9-ADFA948295D1}" dt="2022-12-21T03:12:43.219" v="83" actId="478"/>
          <ac:spMkLst>
            <pc:docMk/>
            <pc:sldMk cId="1414862730" sldId="266"/>
            <ac:spMk id="13" creationId="{4A1445F4-51AE-4450-B783-B7C551FB24FE}"/>
          </ac:spMkLst>
        </pc:spChg>
        <pc:picChg chg="del">
          <ac:chgData name="Rodrigo Samways Pacheco Dos Santos" userId="e962095f-e3b1-48bd-9b4e-699b4adc235a" providerId="ADAL" clId="{68FF21AD-6F4F-41F7-8CB9-ADFA948295D1}" dt="2022-12-21T03:12:42.859" v="82" actId="478"/>
          <ac:picMkLst>
            <pc:docMk/>
            <pc:sldMk cId="1414862730" sldId="266"/>
            <ac:picMk id="2" creationId="{991171A6-12C4-B60C-A867-EFE7392EEC27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43.939" v="84"/>
          <ac:picMkLst>
            <pc:docMk/>
            <pc:sldMk cId="1414862730" sldId="266"/>
            <ac:picMk id="6" creationId="{679B1BDF-B06F-AB80-3337-CE8284F5D78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43.467" v="42"/>
        <pc:sldMkLst>
          <pc:docMk/>
          <pc:sldMk cId="2698162779" sldId="267"/>
        </pc:sldMkLst>
        <pc:spChg chg="add mod">
          <ac:chgData name="Rodrigo Samways Pacheco Dos Santos" userId="e962095f-e3b1-48bd-9b4e-699b4adc235a" providerId="ADAL" clId="{68FF21AD-6F4F-41F7-8CB9-ADFA948295D1}" dt="2022-12-21T03:11:43.467" v="42"/>
          <ac:spMkLst>
            <pc:docMk/>
            <pc:sldMk cId="2698162779" sldId="267"/>
            <ac:spMk id="3" creationId="{E1EF9096-6C60-C42B-A984-B14B6A9031E5}"/>
          </ac:spMkLst>
        </pc:spChg>
        <pc:spChg chg="del">
          <ac:chgData name="Rodrigo Samways Pacheco Dos Santos" userId="e962095f-e3b1-48bd-9b4e-699b4adc235a" providerId="ADAL" clId="{68FF21AD-6F4F-41F7-8CB9-ADFA948295D1}" dt="2022-12-21T03:11:42.675" v="41" actId="478"/>
          <ac:spMkLst>
            <pc:docMk/>
            <pc:sldMk cId="2698162779" sldId="267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42.348" v="40" actId="478"/>
          <ac:picMkLst>
            <pc:docMk/>
            <pc:sldMk cId="2698162779" sldId="267"/>
            <ac:picMk id="2" creationId="{A8B9B367-0EE1-9B4C-0596-65EFD1316D84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43.467" v="42"/>
          <ac:picMkLst>
            <pc:docMk/>
            <pc:sldMk cId="2698162779" sldId="267"/>
            <ac:picMk id="4" creationId="{5BFAA1B4-CC10-AD00-8E5F-8AFB8618EE63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46.667" v="45"/>
        <pc:sldMkLst>
          <pc:docMk/>
          <pc:sldMk cId="3537745814" sldId="268"/>
        </pc:sldMkLst>
        <pc:spChg chg="add mod">
          <ac:chgData name="Rodrigo Samways Pacheco Dos Santos" userId="e962095f-e3b1-48bd-9b4e-699b4adc235a" providerId="ADAL" clId="{68FF21AD-6F4F-41F7-8CB9-ADFA948295D1}" dt="2022-12-21T03:11:46.667" v="45"/>
          <ac:spMkLst>
            <pc:docMk/>
            <pc:sldMk cId="3537745814" sldId="268"/>
            <ac:spMk id="3" creationId="{129786A1-041C-40BA-1381-80EBAA6A4621}"/>
          </ac:spMkLst>
        </pc:spChg>
        <pc:spChg chg="del">
          <ac:chgData name="Rodrigo Samways Pacheco Dos Santos" userId="e962095f-e3b1-48bd-9b4e-699b4adc235a" providerId="ADAL" clId="{68FF21AD-6F4F-41F7-8CB9-ADFA948295D1}" dt="2022-12-21T03:11:45.829" v="44" actId="478"/>
          <ac:spMkLst>
            <pc:docMk/>
            <pc:sldMk cId="3537745814" sldId="268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45.508" v="43" actId="478"/>
          <ac:picMkLst>
            <pc:docMk/>
            <pc:sldMk cId="3537745814" sldId="268"/>
            <ac:picMk id="2" creationId="{6571A94B-DCBF-7180-3CA9-A37B44EBFD3B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46.667" v="45"/>
          <ac:picMkLst>
            <pc:docMk/>
            <pc:sldMk cId="3537745814" sldId="268"/>
            <ac:picMk id="4" creationId="{C0AE6DD8-D012-5E65-950A-E1C6FB32C68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0.381" v="48"/>
        <pc:sldMkLst>
          <pc:docMk/>
          <pc:sldMk cId="2095161010" sldId="269"/>
        </pc:sldMkLst>
        <pc:spChg chg="add mod">
          <ac:chgData name="Rodrigo Samways Pacheco Dos Santos" userId="e962095f-e3b1-48bd-9b4e-699b4adc235a" providerId="ADAL" clId="{68FF21AD-6F4F-41F7-8CB9-ADFA948295D1}" dt="2022-12-21T03:11:50.381" v="48"/>
          <ac:spMkLst>
            <pc:docMk/>
            <pc:sldMk cId="2095161010" sldId="269"/>
            <ac:spMk id="3" creationId="{193BA63E-F5A0-6364-6AEF-7E94C7C775FF}"/>
          </ac:spMkLst>
        </pc:spChg>
        <pc:spChg chg="del">
          <ac:chgData name="Rodrigo Samways Pacheco Dos Santos" userId="e962095f-e3b1-48bd-9b4e-699b4adc235a" providerId="ADAL" clId="{68FF21AD-6F4F-41F7-8CB9-ADFA948295D1}" dt="2022-12-21T03:11:49.556" v="47" actId="478"/>
          <ac:spMkLst>
            <pc:docMk/>
            <pc:sldMk cId="2095161010" sldId="269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49.164" v="46" actId="478"/>
          <ac:picMkLst>
            <pc:docMk/>
            <pc:sldMk cId="2095161010" sldId="269"/>
            <ac:picMk id="2" creationId="{1A1DF07D-3163-9292-AB08-C8EE99F07FFF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0.381" v="48"/>
          <ac:picMkLst>
            <pc:docMk/>
            <pc:sldMk cId="2095161010" sldId="269"/>
            <ac:picMk id="4" creationId="{917A4D80-BFC9-87E3-CADD-56F5C45E2CF4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3.754" v="51"/>
        <pc:sldMkLst>
          <pc:docMk/>
          <pc:sldMk cId="984936488" sldId="270"/>
        </pc:sldMkLst>
        <pc:spChg chg="add mod">
          <ac:chgData name="Rodrigo Samways Pacheco Dos Santos" userId="e962095f-e3b1-48bd-9b4e-699b4adc235a" providerId="ADAL" clId="{68FF21AD-6F4F-41F7-8CB9-ADFA948295D1}" dt="2022-12-21T03:11:53.754" v="51"/>
          <ac:spMkLst>
            <pc:docMk/>
            <pc:sldMk cId="984936488" sldId="270"/>
            <ac:spMk id="3" creationId="{C8F8332E-EC77-53BB-D42E-6C129EE05583}"/>
          </ac:spMkLst>
        </pc:spChg>
        <pc:spChg chg="del">
          <ac:chgData name="Rodrigo Samways Pacheco Dos Santos" userId="e962095f-e3b1-48bd-9b4e-699b4adc235a" providerId="ADAL" clId="{68FF21AD-6F4F-41F7-8CB9-ADFA948295D1}" dt="2022-12-21T03:11:52.891" v="50" actId="478"/>
          <ac:spMkLst>
            <pc:docMk/>
            <pc:sldMk cId="984936488" sldId="270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52.524" v="49" actId="478"/>
          <ac:picMkLst>
            <pc:docMk/>
            <pc:sldMk cId="984936488" sldId="270"/>
            <ac:picMk id="2" creationId="{C98989CA-81AD-62E6-D81E-0ECEE356EA57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3.754" v="51"/>
          <ac:picMkLst>
            <pc:docMk/>
            <pc:sldMk cId="984936488" sldId="270"/>
            <ac:picMk id="4" creationId="{8FC207C4-EE69-59E4-7861-754ED56AB0FD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03.483" v="60"/>
        <pc:sldMkLst>
          <pc:docMk/>
          <pc:sldMk cId="3228403919" sldId="272"/>
        </pc:sldMkLst>
        <pc:spChg chg="add mod">
          <ac:chgData name="Rodrigo Samways Pacheco Dos Santos" userId="e962095f-e3b1-48bd-9b4e-699b4adc235a" providerId="ADAL" clId="{68FF21AD-6F4F-41F7-8CB9-ADFA948295D1}" dt="2022-12-21T03:12:03.483" v="60"/>
          <ac:spMkLst>
            <pc:docMk/>
            <pc:sldMk cId="3228403919" sldId="272"/>
            <ac:spMk id="7" creationId="{2FC1938E-C2AE-9464-86DC-FE294858FC9F}"/>
          </ac:spMkLst>
        </pc:spChg>
        <pc:spChg chg="del">
          <ac:chgData name="Rodrigo Samways Pacheco Dos Santos" userId="e962095f-e3b1-48bd-9b4e-699b4adc235a" providerId="ADAL" clId="{68FF21AD-6F4F-41F7-8CB9-ADFA948295D1}" dt="2022-12-21T03:12:02.787" v="59" actId="478"/>
          <ac:spMkLst>
            <pc:docMk/>
            <pc:sldMk cId="3228403919" sldId="272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02.483" v="58" actId="478"/>
          <ac:picMkLst>
            <pc:docMk/>
            <pc:sldMk cId="3228403919" sldId="272"/>
            <ac:picMk id="2" creationId="{DAEB0B76-5D87-FAD3-3DF5-A2F754BB9781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03.483" v="60"/>
          <ac:picMkLst>
            <pc:docMk/>
            <pc:sldMk cId="3228403919" sldId="272"/>
            <ac:picMk id="9" creationId="{E476E346-9365-EC14-2A93-45742D16E78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07.227" v="63"/>
        <pc:sldMkLst>
          <pc:docMk/>
          <pc:sldMk cId="3341564460" sldId="273"/>
        </pc:sldMkLst>
        <pc:spChg chg="add mod">
          <ac:chgData name="Rodrigo Samways Pacheco Dos Santos" userId="e962095f-e3b1-48bd-9b4e-699b4adc235a" providerId="ADAL" clId="{68FF21AD-6F4F-41F7-8CB9-ADFA948295D1}" dt="2022-12-21T03:12:07.227" v="63"/>
          <ac:spMkLst>
            <pc:docMk/>
            <pc:sldMk cId="3341564460" sldId="273"/>
            <ac:spMk id="3" creationId="{D4CE1F27-BE0C-11DB-C7D7-48AB62D0F052}"/>
          </ac:spMkLst>
        </pc:spChg>
        <pc:spChg chg="del">
          <ac:chgData name="Rodrigo Samways Pacheco Dos Santos" userId="e962095f-e3b1-48bd-9b4e-699b4adc235a" providerId="ADAL" clId="{68FF21AD-6F4F-41F7-8CB9-ADFA948295D1}" dt="2022-12-21T03:12:06.252" v="62" actId="478"/>
          <ac:spMkLst>
            <pc:docMk/>
            <pc:sldMk cId="3341564460" sldId="273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05.883" v="61" actId="478"/>
          <ac:picMkLst>
            <pc:docMk/>
            <pc:sldMk cId="3341564460" sldId="273"/>
            <ac:picMk id="2" creationId="{931D8373-C6B5-E93C-D8FA-4BB6EFA9C671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07.227" v="63"/>
          <ac:picMkLst>
            <pc:docMk/>
            <pc:sldMk cId="3341564460" sldId="273"/>
            <ac:picMk id="6" creationId="{A247E4BB-3D7D-AF08-BD3F-0B2F09FD18C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09.664" v="66"/>
        <pc:sldMkLst>
          <pc:docMk/>
          <pc:sldMk cId="906642958" sldId="274"/>
        </pc:sldMkLst>
        <pc:spChg chg="add mod">
          <ac:chgData name="Rodrigo Samways Pacheco Dos Santos" userId="e962095f-e3b1-48bd-9b4e-699b4adc235a" providerId="ADAL" clId="{68FF21AD-6F4F-41F7-8CB9-ADFA948295D1}" dt="2022-12-21T03:12:09.664" v="66"/>
          <ac:spMkLst>
            <pc:docMk/>
            <pc:sldMk cId="906642958" sldId="274"/>
            <ac:spMk id="6" creationId="{6D011903-C17B-0112-F362-1C28B6824CA3}"/>
          </ac:spMkLst>
        </pc:spChg>
        <pc:spChg chg="del">
          <ac:chgData name="Rodrigo Samways Pacheco Dos Santos" userId="e962095f-e3b1-48bd-9b4e-699b4adc235a" providerId="ADAL" clId="{68FF21AD-6F4F-41F7-8CB9-ADFA948295D1}" dt="2022-12-21T03:12:08.979" v="65" actId="478"/>
          <ac:spMkLst>
            <pc:docMk/>
            <pc:sldMk cId="906642958" sldId="274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08.603" v="64" actId="478"/>
          <ac:picMkLst>
            <pc:docMk/>
            <pc:sldMk cId="906642958" sldId="274"/>
            <ac:picMk id="3" creationId="{3F8BCE74-3C6C-A5C2-A633-92EF7CA2E510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09.664" v="66"/>
          <ac:picMkLst>
            <pc:docMk/>
            <pc:sldMk cId="906642958" sldId="274"/>
            <ac:picMk id="7" creationId="{99CFCC22-0670-007B-49F6-01925A4C6BC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15.541" v="72"/>
        <pc:sldMkLst>
          <pc:docMk/>
          <pc:sldMk cId="3482342652" sldId="275"/>
        </pc:sldMkLst>
        <pc:spChg chg="add mod">
          <ac:chgData name="Rodrigo Samways Pacheco Dos Santos" userId="e962095f-e3b1-48bd-9b4e-699b4adc235a" providerId="ADAL" clId="{68FF21AD-6F4F-41F7-8CB9-ADFA948295D1}" dt="2022-12-21T03:12:15.541" v="72"/>
          <ac:spMkLst>
            <pc:docMk/>
            <pc:sldMk cId="3482342652" sldId="275"/>
            <ac:spMk id="6" creationId="{DEA047A7-2CDC-7595-2B84-E99A2BAA9A0D}"/>
          </ac:spMkLst>
        </pc:spChg>
        <pc:spChg chg="del">
          <ac:chgData name="Rodrigo Samways Pacheco Dos Santos" userId="e962095f-e3b1-48bd-9b4e-699b4adc235a" providerId="ADAL" clId="{68FF21AD-6F4F-41F7-8CB9-ADFA948295D1}" dt="2022-12-21T03:12:14.827" v="71" actId="478"/>
          <ac:spMkLst>
            <pc:docMk/>
            <pc:sldMk cId="3482342652" sldId="275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14.291" v="70" actId="478"/>
          <ac:picMkLst>
            <pc:docMk/>
            <pc:sldMk cId="3482342652" sldId="275"/>
            <ac:picMk id="3" creationId="{B337E91B-75EC-9B0A-0439-825447D03F77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15.541" v="72"/>
          <ac:picMkLst>
            <pc:docMk/>
            <pc:sldMk cId="3482342652" sldId="275"/>
            <ac:picMk id="7" creationId="{71B65F1C-A491-AF8F-5935-59F381D8A321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25.233" v="81"/>
        <pc:sldMkLst>
          <pc:docMk/>
          <pc:sldMk cId="2222409336" sldId="276"/>
        </pc:sldMkLst>
        <pc:spChg chg="add mod">
          <ac:chgData name="Rodrigo Samways Pacheco Dos Santos" userId="e962095f-e3b1-48bd-9b4e-699b4adc235a" providerId="ADAL" clId="{68FF21AD-6F4F-41F7-8CB9-ADFA948295D1}" dt="2022-12-21T03:12:25.233" v="81"/>
          <ac:spMkLst>
            <pc:docMk/>
            <pc:sldMk cId="2222409336" sldId="276"/>
            <ac:spMk id="3" creationId="{1F903EC6-7EC5-CEC2-563D-D788C2284E9F}"/>
          </ac:spMkLst>
        </pc:spChg>
        <pc:spChg chg="del">
          <ac:chgData name="Rodrigo Samways Pacheco Dos Santos" userId="e962095f-e3b1-48bd-9b4e-699b4adc235a" providerId="ADAL" clId="{68FF21AD-6F4F-41F7-8CB9-ADFA948295D1}" dt="2022-12-21T03:12:24.459" v="80" actId="478"/>
          <ac:spMkLst>
            <pc:docMk/>
            <pc:sldMk cId="2222409336" sldId="276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24.163" v="79" actId="478"/>
          <ac:picMkLst>
            <pc:docMk/>
            <pc:sldMk cId="2222409336" sldId="276"/>
            <ac:picMk id="2" creationId="{7D36B8AC-9F8E-B280-4E1E-FC3A339EC024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25.233" v="81"/>
          <ac:picMkLst>
            <pc:docMk/>
            <pc:sldMk cId="2222409336" sldId="276"/>
            <ac:picMk id="7" creationId="{4BA70B15-4719-C2D1-89AE-A57D595315D9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55.760" v="96"/>
        <pc:sldMkLst>
          <pc:docMk/>
          <pc:sldMk cId="854883647" sldId="278"/>
        </pc:sldMkLst>
        <pc:spChg chg="add mod">
          <ac:chgData name="Rodrigo Samways Pacheco Dos Santos" userId="e962095f-e3b1-48bd-9b4e-699b4adc235a" providerId="ADAL" clId="{68FF21AD-6F4F-41F7-8CB9-ADFA948295D1}" dt="2022-12-21T03:12:55.760" v="96"/>
          <ac:spMkLst>
            <pc:docMk/>
            <pc:sldMk cId="854883647" sldId="278"/>
            <ac:spMk id="5" creationId="{4632A9D4-5BEB-A1B4-3778-000643165E24}"/>
          </ac:spMkLst>
        </pc:spChg>
        <pc:spChg chg="del">
          <ac:chgData name="Rodrigo Samways Pacheco Dos Santos" userId="e962095f-e3b1-48bd-9b4e-699b4adc235a" providerId="ADAL" clId="{68FF21AD-6F4F-41F7-8CB9-ADFA948295D1}" dt="2022-12-21T03:12:55.131" v="95" actId="478"/>
          <ac:spMkLst>
            <pc:docMk/>
            <pc:sldMk cId="854883647" sldId="278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54.835" v="94" actId="478"/>
          <ac:picMkLst>
            <pc:docMk/>
            <pc:sldMk cId="854883647" sldId="278"/>
            <ac:picMk id="3" creationId="{58FE3054-E97D-F467-B493-80791EB9A8E9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55.760" v="96"/>
          <ac:picMkLst>
            <pc:docMk/>
            <pc:sldMk cId="854883647" sldId="278"/>
            <ac:picMk id="6" creationId="{E1F34FEB-D07A-67DE-8202-7975077EF96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49.858" v="90"/>
        <pc:sldMkLst>
          <pc:docMk/>
          <pc:sldMk cId="4060687447" sldId="279"/>
        </pc:sldMkLst>
        <pc:spChg chg="add mod">
          <ac:chgData name="Rodrigo Samways Pacheco Dos Santos" userId="e962095f-e3b1-48bd-9b4e-699b4adc235a" providerId="ADAL" clId="{68FF21AD-6F4F-41F7-8CB9-ADFA948295D1}" dt="2022-12-21T03:12:49.858" v="90"/>
          <ac:spMkLst>
            <pc:docMk/>
            <pc:sldMk cId="4060687447" sldId="279"/>
            <ac:spMk id="5" creationId="{610F0D4C-057B-623C-9822-14F7CD819027}"/>
          </ac:spMkLst>
        </pc:spChg>
        <pc:spChg chg="del">
          <ac:chgData name="Rodrigo Samways Pacheco Dos Santos" userId="e962095f-e3b1-48bd-9b4e-699b4adc235a" providerId="ADAL" clId="{68FF21AD-6F4F-41F7-8CB9-ADFA948295D1}" dt="2022-12-21T03:12:49.131" v="89" actId="478"/>
          <ac:spMkLst>
            <pc:docMk/>
            <pc:sldMk cId="4060687447" sldId="279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48.836" v="88" actId="478"/>
          <ac:picMkLst>
            <pc:docMk/>
            <pc:sldMk cId="4060687447" sldId="279"/>
            <ac:picMk id="3" creationId="{8017D479-116F-F92E-4FAD-3D959C28EC05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49.858" v="90"/>
          <ac:picMkLst>
            <pc:docMk/>
            <pc:sldMk cId="4060687447" sldId="279"/>
            <ac:picMk id="6" creationId="{37A60055-9DD9-D1FE-6FF6-0402BD4E7A14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52.780" v="93"/>
        <pc:sldMkLst>
          <pc:docMk/>
          <pc:sldMk cId="1337485278" sldId="280"/>
        </pc:sldMkLst>
        <pc:spChg chg="add mod">
          <ac:chgData name="Rodrigo Samways Pacheco Dos Santos" userId="e962095f-e3b1-48bd-9b4e-699b4adc235a" providerId="ADAL" clId="{68FF21AD-6F4F-41F7-8CB9-ADFA948295D1}" dt="2022-12-21T03:12:52.780" v="93"/>
          <ac:spMkLst>
            <pc:docMk/>
            <pc:sldMk cId="1337485278" sldId="280"/>
            <ac:spMk id="5" creationId="{88770D96-1D65-00E2-2C8A-F2351F1CBE54}"/>
          </ac:spMkLst>
        </pc:spChg>
        <pc:spChg chg="del">
          <ac:chgData name="Rodrigo Samways Pacheco Dos Santos" userId="e962095f-e3b1-48bd-9b4e-699b4adc235a" providerId="ADAL" clId="{68FF21AD-6F4F-41F7-8CB9-ADFA948295D1}" dt="2022-12-21T03:12:52.042" v="92" actId="478"/>
          <ac:spMkLst>
            <pc:docMk/>
            <pc:sldMk cId="1337485278" sldId="280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51.723" v="91" actId="478"/>
          <ac:picMkLst>
            <pc:docMk/>
            <pc:sldMk cId="1337485278" sldId="280"/>
            <ac:picMk id="3" creationId="{2F750419-C8A2-5370-BB70-EF5BFBFEE0C2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52.780" v="93"/>
          <ac:picMkLst>
            <pc:docMk/>
            <pc:sldMk cId="1337485278" sldId="280"/>
            <ac:picMk id="6" creationId="{47EB180E-E11A-F4B7-1188-7A4B9E6C5060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58.714" v="99"/>
        <pc:sldMkLst>
          <pc:docMk/>
          <pc:sldMk cId="290528325" sldId="281"/>
        </pc:sldMkLst>
        <pc:spChg chg="add mod">
          <ac:chgData name="Rodrigo Samways Pacheco Dos Santos" userId="e962095f-e3b1-48bd-9b4e-699b4adc235a" providerId="ADAL" clId="{68FF21AD-6F4F-41F7-8CB9-ADFA948295D1}" dt="2022-12-21T03:12:58.714" v="99"/>
          <ac:spMkLst>
            <pc:docMk/>
            <pc:sldMk cId="290528325" sldId="281"/>
            <ac:spMk id="5" creationId="{BDEA9D67-F338-99CE-A249-A9D6595B9FF0}"/>
          </ac:spMkLst>
        </pc:spChg>
        <pc:spChg chg="del">
          <ac:chgData name="Rodrigo Samways Pacheco Dos Santos" userId="e962095f-e3b1-48bd-9b4e-699b4adc235a" providerId="ADAL" clId="{68FF21AD-6F4F-41F7-8CB9-ADFA948295D1}" dt="2022-12-21T03:12:57.995" v="98" actId="478"/>
          <ac:spMkLst>
            <pc:docMk/>
            <pc:sldMk cId="290528325" sldId="281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57.707" v="97" actId="478"/>
          <ac:picMkLst>
            <pc:docMk/>
            <pc:sldMk cId="290528325" sldId="281"/>
            <ac:picMk id="3" creationId="{0B835006-F2B4-9075-6B3A-B304F814B89A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58.714" v="99"/>
          <ac:picMkLst>
            <pc:docMk/>
            <pc:sldMk cId="290528325" sldId="281"/>
            <ac:picMk id="6" creationId="{312AADD8-C7CA-35D8-A58D-B0407A0CFF2D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01.714" v="102"/>
        <pc:sldMkLst>
          <pc:docMk/>
          <pc:sldMk cId="1680312990" sldId="282"/>
        </pc:sldMkLst>
        <pc:spChg chg="add mod">
          <ac:chgData name="Rodrigo Samways Pacheco Dos Santos" userId="e962095f-e3b1-48bd-9b4e-699b4adc235a" providerId="ADAL" clId="{68FF21AD-6F4F-41F7-8CB9-ADFA948295D1}" dt="2022-12-21T03:13:01.714" v="102"/>
          <ac:spMkLst>
            <pc:docMk/>
            <pc:sldMk cId="1680312990" sldId="282"/>
            <ac:spMk id="5" creationId="{5AB51CFC-96A2-4B65-2F93-DA38DD041B4F}"/>
          </ac:spMkLst>
        </pc:spChg>
        <pc:spChg chg="del">
          <ac:chgData name="Rodrigo Samways Pacheco Dos Santos" userId="e962095f-e3b1-48bd-9b4e-699b4adc235a" providerId="ADAL" clId="{68FF21AD-6F4F-41F7-8CB9-ADFA948295D1}" dt="2022-12-21T03:13:00.660" v="101" actId="478"/>
          <ac:spMkLst>
            <pc:docMk/>
            <pc:sldMk cId="1680312990" sldId="282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00.363" v="100" actId="478"/>
          <ac:picMkLst>
            <pc:docMk/>
            <pc:sldMk cId="1680312990" sldId="282"/>
            <ac:picMk id="3" creationId="{6A307FF4-0FAE-5B70-3DC2-F437473CDE53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01.714" v="102"/>
          <ac:picMkLst>
            <pc:docMk/>
            <pc:sldMk cId="1680312990" sldId="282"/>
            <ac:picMk id="6" creationId="{1E53E4A6-0EB4-6D7C-DABC-31FE0218D50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04.455" v="105"/>
        <pc:sldMkLst>
          <pc:docMk/>
          <pc:sldMk cId="234708267" sldId="283"/>
        </pc:sldMkLst>
        <pc:spChg chg="add mod">
          <ac:chgData name="Rodrigo Samways Pacheco Dos Santos" userId="e962095f-e3b1-48bd-9b4e-699b4adc235a" providerId="ADAL" clId="{68FF21AD-6F4F-41F7-8CB9-ADFA948295D1}" dt="2022-12-21T03:13:04.455" v="105"/>
          <ac:spMkLst>
            <pc:docMk/>
            <pc:sldMk cId="234708267" sldId="283"/>
            <ac:spMk id="5" creationId="{5EB91226-05FE-12C1-7655-A122094A7F85}"/>
          </ac:spMkLst>
        </pc:spChg>
        <pc:spChg chg="del">
          <ac:chgData name="Rodrigo Samways Pacheco Dos Santos" userId="e962095f-e3b1-48bd-9b4e-699b4adc235a" providerId="ADAL" clId="{68FF21AD-6F4F-41F7-8CB9-ADFA948295D1}" dt="2022-12-21T03:13:03.770" v="104" actId="478"/>
          <ac:spMkLst>
            <pc:docMk/>
            <pc:sldMk cId="234708267" sldId="283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03.515" v="103" actId="478"/>
          <ac:picMkLst>
            <pc:docMk/>
            <pc:sldMk cId="234708267" sldId="283"/>
            <ac:picMk id="3" creationId="{4F1BD6B0-F52A-F1A0-4714-29B74F4F93EA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04.455" v="105"/>
          <ac:picMkLst>
            <pc:docMk/>
            <pc:sldMk cId="234708267" sldId="283"/>
            <ac:picMk id="6" creationId="{6C718F89-A85E-B622-535A-D996184464E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12.126" v="110"/>
        <pc:sldMkLst>
          <pc:docMk/>
          <pc:sldMk cId="3901731523" sldId="284"/>
        </pc:sldMkLst>
        <pc:spChg chg="add del mod">
          <ac:chgData name="Rodrigo Samways Pacheco Dos Santos" userId="e962095f-e3b1-48bd-9b4e-699b4adc235a" providerId="ADAL" clId="{68FF21AD-6F4F-41F7-8CB9-ADFA948295D1}" dt="2022-12-21T03:13:08.179" v="108"/>
          <ac:spMkLst>
            <pc:docMk/>
            <pc:sldMk cId="3901731523" sldId="284"/>
            <ac:spMk id="3" creationId="{9FDF76BB-FDF0-B426-2837-8D26873BC25A}"/>
          </ac:spMkLst>
        </pc:spChg>
        <pc:spChg chg="add mod">
          <ac:chgData name="Rodrigo Samways Pacheco Dos Santos" userId="e962095f-e3b1-48bd-9b4e-699b4adc235a" providerId="ADAL" clId="{68FF21AD-6F4F-41F7-8CB9-ADFA948295D1}" dt="2022-12-21T03:13:12.126" v="110"/>
          <ac:spMkLst>
            <pc:docMk/>
            <pc:sldMk cId="3901731523" sldId="284"/>
            <ac:spMk id="7" creationId="{05EE5456-5C61-FD98-EEC1-B0CDB1339B6E}"/>
          </ac:spMkLst>
        </pc:spChg>
        <pc:spChg chg="del">
          <ac:chgData name="Rodrigo Samways Pacheco Dos Santos" userId="e962095f-e3b1-48bd-9b4e-699b4adc235a" providerId="ADAL" clId="{68FF21AD-6F4F-41F7-8CB9-ADFA948295D1}" dt="2022-12-21T03:13:09.084" v="109" actId="478"/>
          <ac:spMkLst>
            <pc:docMk/>
            <pc:sldMk cId="3901731523" sldId="284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06.188" v="106" actId="478"/>
          <ac:picMkLst>
            <pc:docMk/>
            <pc:sldMk cId="3901731523" sldId="284"/>
            <ac:picMk id="2" creationId="{1D3E7402-CF96-CCAF-2B89-144ED45DD27E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3:08.179" v="108"/>
          <ac:picMkLst>
            <pc:docMk/>
            <pc:sldMk cId="3901731523" sldId="284"/>
            <ac:picMk id="6" creationId="{DD96B1DF-DD09-C259-A263-74BE7175C7CF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12.126" v="110"/>
          <ac:picMkLst>
            <pc:docMk/>
            <pc:sldMk cId="3901731523" sldId="284"/>
            <ac:picMk id="9" creationId="{81B83238-D2ED-5938-9E62-90667D160A85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4:00.026" v="132" actId="478"/>
        <pc:sldMkLst>
          <pc:docMk/>
          <pc:sldMk cId="2674141166" sldId="285"/>
        </pc:sldMkLst>
        <pc:spChg chg="add del mod">
          <ac:chgData name="Rodrigo Samways Pacheco Dos Santos" userId="e962095f-e3b1-48bd-9b4e-699b4adc235a" providerId="ADAL" clId="{68FF21AD-6F4F-41F7-8CB9-ADFA948295D1}" dt="2022-12-21T03:13:47.324" v="128" actId="478"/>
          <ac:spMkLst>
            <pc:docMk/>
            <pc:sldMk cId="2674141166" sldId="285"/>
            <ac:spMk id="4" creationId="{1D52AFD2-F745-EABC-7C10-2554DE8380CE}"/>
          </ac:spMkLst>
        </pc:spChg>
        <pc:picChg chg="del">
          <ac:chgData name="Rodrigo Samways Pacheco Dos Santos" userId="e962095f-e3b1-48bd-9b4e-699b4adc235a" providerId="ADAL" clId="{68FF21AD-6F4F-41F7-8CB9-ADFA948295D1}" dt="2022-12-21T03:14:00.026" v="132" actId="478"/>
          <ac:picMkLst>
            <pc:docMk/>
            <pc:sldMk cId="2674141166" sldId="285"/>
            <ac:picMk id="2" creationId="{C8652CAE-533E-0006-00CC-4E39986F7A3F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3:48.732" v="129" actId="478"/>
          <ac:picMkLst>
            <pc:docMk/>
            <pc:sldMk cId="2674141166" sldId="285"/>
            <ac:picMk id="6" creationId="{83D3F9F6-2160-B9F8-63AA-9AD8E2E99401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58.939" v="131" actId="1076"/>
          <ac:picMkLst>
            <pc:docMk/>
            <pc:sldMk cId="2674141166" sldId="285"/>
            <ac:picMk id="7" creationId="{A3FF2AFC-51AB-CB3A-B08D-AF2FDA76FC9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22.605" v="116"/>
        <pc:sldMkLst>
          <pc:docMk/>
          <pc:sldMk cId="1754782584" sldId="286"/>
        </pc:sldMkLst>
        <pc:spChg chg="add mod">
          <ac:chgData name="Rodrigo Samways Pacheco Dos Santos" userId="e962095f-e3b1-48bd-9b4e-699b4adc235a" providerId="ADAL" clId="{68FF21AD-6F4F-41F7-8CB9-ADFA948295D1}" dt="2022-12-21T03:13:22.605" v="116"/>
          <ac:spMkLst>
            <pc:docMk/>
            <pc:sldMk cId="1754782584" sldId="286"/>
            <ac:spMk id="9" creationId="{E27859B1-F30A-E7F8-04B1-5123F3C41940}"/>
          </ac:spMkLst>
        </pc:spChg>
        <pc:spChg chg="del">
          <ac:chgData name="Rodrigo Samways Pacheco Dos Santos" userId="e962095f-e3b1-48bd-9b4e-699b4adc235a" providerId="ADAL" clId="{68FF21AD-6F4F-41F7-8CB9-ADFA948295D1}" dt="2022-12-21T03:13:21.907" v="115" actId="478"/>
          <ac:spMkLst>
            <pc:docMk/>
            <pc:sldMk cId="1754782584" sldId="286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21.539" v="114" actId="478"/>
          <ac:picMkLst>
            <pc:docMk/>
            <pc:sldMk cId="1754782584" sldId="286"/>
            <ac:picMk id="8" creationId="{58C68957-D977-5426-51D5-3DD84A64AFF6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22.605" v="116"/>
          <ac:picMkLst>
            <pc:docMk/>
            <pc:sldMk cId="1754782584" sldId="286"/>
            <ac:picMk id="11" creationId="{4055652D-4CEF-0B7A-BCEC-38AB76700AB4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18.959" v="113"/>
        <pc:sldMkLst>
          <pc:docMk/>
          <pc:sldMk cId="52480338" sldId="287"/>
        </pc:sldMkLst>
        <pc:spChg chg="add mod">
          <ac:chgData name="Rodrigo Samways Pacheco Dos Santos" userId="e962095f-e3b1-48bd-9b4e-699b4adc235a" providerId="ADAL" clId="{68FF21AD-6F4F-41F7-8CB9-ADFA948295D1}" dt="2022-12-21T03:13:18.959" v="113"/>
          <ac:spMkLst>
            <pc:docMk/>
            <pc:sldMk cId="52480338" sldId="287"/>
            <ac:spMk id="6" creationId="{A952539B-A910-972D-968D-71402A6E9CFD}"/>
          </ac:spMkLst>
        </pc:spChg>
        <pc:spChg chg="del">
          <ac:chgData name="Rodrigo Samways Pacheco Dos Santos" userId="e962095f-e3b1-48bd-9b4e-699b4adc235a" providerId="ADAL" clId="{68FF21AD-6F4F-41F7-8CB9-ADFA948295D1}" dt="2022-12-21T03:13:16.867" v="112" actId="478"/>
          <ac:spMkLst>
            <pc:docMk/>
            <pc:sldMk cId="52480338" sldId="287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14.435" v="111" actId="478"/>
          <ac:picMkLst>
            <pc:docMk/>
            <pc:sldMk cId="52480338" sldId="287"/>
            <ac:picMk id="3" creationId="{4E528192-8857-F7AD-E73C-CA7108AC2A50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18.959" v="113"/>
          <ac:picMkLst>
            <pc:docMk/>
            <pc:sldMk cId="52480338" sldId="287"/>
            <ac:picMk id="7" creationId="{DFFCBDC1-6458-E6B2-693B-6AE05578D44B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6.757" v="54"/>
        <pc:sldMkLst>
          <pc:docMk/>
          <pc:sldMk cId="255269388" sldId="292"/>
        </pc:sldMkLst>
        <pc:spChg chg="add mod">
          <ac:chgData name="Rodrigo Samways Pacheco Dos Santos" userId="e962095f-e3b1-48bd-9b4e-699b4adc235a" providerId="ADAL" clId="{68FF21AD-6F4F-41F7-8CB9-ADFA948295D1}" dt="2022-12-21T03:11:56.757" v="54"/>
          <ac:spMkLst>
            <pc:docMk/>
            <pc:sldMk cId="255269388" sldId="292"/>
            <ac:spMk id="3" creationId="{E002BF30-D665-42F9-8B1D-D5FDAF25C8A9}"/>
          </ac:spMkLst>
        </pc:spChg>
        <pc:spChg chg="del">
          <ac:chgData name="Rodrigo Samways Pacheco Dos Santos" userId="e962095f-e3b1-48bd-9b4e-699b4adc235a" providerId="ADAL" clId="{68FF21AD-6F4F-41F7-8CB9-ADFA948295D1}" dt="2022-12-21T03:11:56.027" v="53" actId="478"/>
          <ac:spMkLst>
            <pc:docMk/>
            <pc:sldMk cId="255269388" sldId="292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1:55.715" v="52" actId="478"/>
          <ac:picMkLst>
            <pc:docMk/>
            <pc:sldMk cId="255269388" sldId="292"/>
            <ac:picMk id="2" creationId="{C56B4EFF-8991-482F-3B42-90BEC1A8D811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6.757" v="54"/>
          <ac:picMkLst>
            <pc:docMk/>
            <pc:sldMk cId="255269388" sldId="292"/>
            <ac:picMk id="4" creationId="{F77D66ED-6895-3E2D-C014-C0F72584C136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38.190" v="123" actId="14100"/>
        <pc:sldMkLst>
          <pc:docMk/>
          <pc:sldMk cId="2869012958" sldId="298"/>
        </pc:sldMkLst>
        <pc:spChg chg="add mod">
          <ac:chgData name="Rodrigo Samways Pacheco Dos Santos" userId="e962095f-e3b1-48bd-9b4e-699b4adc235a" providerId="ADAL" clId="{68FF21AD-6F4F-41F7-8CB9-ADFA948295D1}" dt="2022-12-21T03:13:25.211" v="119"/>
          <ac:spMkLst>
            <pc:docMk/>
            <pc:sldMk cId="2869012958" sldId="298"/>
            <ac:spMk id="3" creationId="{4BBCD555-E543-90AB-090E-2DDCC8ACDA03}"/>
          </ac:spMkLst>
        </pc:spChg>
        <pc:spChg chg="mod">
          <ac:chgData name="Rodrigo Samways Pacheco Dos Santos" userId="e962095f-e3b1-48bd-9b4e-699b4adc235a" providerId="ADAL" clId="{68FF21AD-6F4F-41F7-8CB9-ADFA948295D1}" dt="2022-12-21T03:13:27.715" v="121" actId="1076"/>
          <ac:spMkLst>
            <pc:docMk/>
            <pc:sldMk cId="2869012958" sldId="298"/>
            <ac:spMk id="5" creationId="{37273B20-A093-429E-B36D-BA6CC85DC9EF}"/>
          </ac:spMkLst>
        </pc:spChg>
        <pc:spChg chg="mod">
          <ac:chgData name="Rodrigo Samways Pacheco Dos Santos" userId="e962095f-e3b1-48bd-9b4e-699b4adc235a" providerId="ADAL" clId="{68FF21AD-6F4F-41F7-8CB9-ADFA948295D1}" dt="2022-12-21T03:13:38.190" v="123" actId="14100"/>
          <ac:spMkLst>
            <pc:docMk/>
            <pc:sldMk cId="2869012958" sldId="298"/>
            <ac:spMk id="20" creationId="{62A987BE-238E-4E28-AE56-3DBC978A12F1}"/>
          </ac:spMkLst>
        </pc:spChg>
        <pc:spChg chg="del">
          <ac:chgData name="Rodrigo Samways Pacheco Dos Santos" userId="e962095f-e3b1-48bd-9b4e-699b4adc235a" providerId="ADAL" clId="{68FF21AD-6F4F-41F7-8CB9-ADFA948295D1}" dt="2022-12-21T03:13:24.475" v="118" actId="478"/>
          <ac:spMkLst>
            <pc:docMk/>
            <pc:sldMk cId="2869012958" sldId="298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3:24.066" v="117" actId="478"/>
          <ac:picMkLst>
            <pc:docMk/>
            <pc:sldMk cId="2869012958" sldId="298"/>
            <ac:picMk id="2" creationId="{BFF61E8E-147D-6AE7-A850-904E774B7E02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25.211" v="119"/>
          <ac:picMkLst>
            <pc:docMk/>
            <pc:sldMk cId="2869012958" sldId="298"/>
            <ac:picMk id="4" creationId="{1C14D946-18F8-0075-7272-413DC7F5767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46.699" v="87"/>
        <pc:sldMkLst>
          <pc:docMk/>
          <pc:sldMk cId="1913814345" sldId="301"/>
        </pc:sldMkLst>
        <pc:spChg chg="add mod">
          <ac:chgData name="Rodrigo Samways Pacheco Dos Santos" userId="e962095f-e3b1-48bd-9b4e-699b4adc235a" providerId="ADAL" clId="{68FF21AD-6F4F-41F7-8CB9-ADFA948295D1}" dt="2022-12-21T03:12:46.699" v="87"/>
          <ac:spMkLst>
            <pc:docMk/>
            <pc:sldMk cId="1913814345" sldId="301"/>
            <ac:spMk id="3" creationId="{46BE4D0C-4EF9-7785-BE22-BE95BF011F6B}"/>
          </ac:spMkLst>
        </pc:spChg>
        <pc:spChg chg="del">
          <ac:chgData name="Rodrigo Samways Pacheco Dos Santos" userId="e962095f-e3b1-48bd-9b4e-699b4adc235a" providerId="ADAL" clId="{68FF21AD-6F4F-41F7-8CB9-ADFA948295D1}" dt="2022-12-21T03:12:46.003" v="86" actId="478"/>
          <ac:spMkLst>
            <pc:docMk/>
            <pc:sldMk cId="1913814345" sldId="301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2:45.724" v="85" actId="478"/>
          <ac:picMkLst>
            <pc:docMk/>
            <pc:sldMk cId="1913814345" sldId="301"/>
            <ac:picMk id="2" creationId="{DD1FF16E-33FB-5B49-E462-E18642417083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46.699" v="87"/>
          <ac:picMkLst>
            <pc:docMk/>
            <pc:sldMk cId="1913814345" sldId="301"/>
            <ac:picMk id="4" creationId="{A429AEF5-F6D4-C664-8830-A73231C114F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18.732" v="75"/>
        <pc:sldMkLst>
          <pc:docMk/>
          <pc:sldMk cId="1644907401" sldId="304"/>
        </pc:sldMkLst>
        <pc:spChg chg="add mod">
          <ac:chgData name="Rodrigo Samways Pacheco Dos Santos" userId="e962095f-e3b1-48bd-9b4e-699b4adc235a" providerId="ADAL" clId="{68FF21AD-6F4F-41F7-8CB9-ADFA948295D1}" dt="2022-12-21T03:12:18.732" v="75"/>
          <ac:spMkLst>
            <pc:docMk/>
            <pc:sldMk cId="1644907401" sldId="304"/>
            <ac:spMk id="3" creationId="{29A0C48C-62AD-D60C-9C01-304DE90562F2}"/>
          </ac:spMkLst>
        </pc:spChg>
        <pc:spChg chg="del">
          <ac:chgData name="Rodrigo Samways Pacheco Dos Santos" userId="e962095f-e3b1-48bd-9b4e-699b4adc235a" providerId="ADAL" clId="{68FF21AD-6F4F-41F7-8CB9-ADFA948295D1}" dt="2022-12-21T03:12:17.995" v="74" actId="478"/>
          <ac:spMkLst>
            <pc:docMk/>
            <pc:sldMk cId="1644907401" sldId="304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2:17.635" v="73" actId="478"/>
          <ac:picMkLst>
            <pc:docMk/>
            <pc:sldMk cId="1644907401" sldId="304"/>
            <ac:picMk id="2" creationId="{261A6A53-FFE2-F7B8-0917-DF2C3390417C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18.732" v="75"/>
          <ac:picMkLst>
            <pc:docMk/>
            <pc:sldMk cId="1644907401" sldId="304"/>
            <ac:picMk id="4" creationId="{3943D3EA-EE17-41FE-16DF-1BB49DF9F899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43.123" v="126"/>
        <pc:sldMkLst>
          <pc:docMk/>
          <pc:sldMk cId="749528310" sldId="305"/>
        </pc:sldMkLst>
        <pc:spChg chg="add mod">
          <ac:chgData name="Rodrigo Samways Pacheco Dos Santos" userId="e962095f-e3b1-48bd-9b4e-699b4adc235a" providerId="ADAL" clId="{68FF21AD-6F4F-41F7-8CB9-ADFA948295D1}" dt="2022-12-21T03:13:43.123" v="126"/>
          <ac:spMkLst>
            <pc:docMk/>
            <pc:sldMk cId="749528310" sldId="305"/>
            <ac:spMk id="3" creationId="{2429DE08-9DE8-5D38-0588-ECD606ADF1C8}"/>
          </ac:spMkLst>
        </pc:spChg>
        <pc:spChg chg="del">
          <ac:chgData name="Rodrigo Samways Pacheco Dos Santos" userId="e962095f-e3b1-48bd-9b4e-699b4adc235a" providerId="ADAL" clId="{68FF21AD-6F4F-41F7-8CB9-ADFA948295D1}" dt="2022-12-21T03:13:41.899" v="124" actId="478"/>
          <ac:spMkLst>
            <pc:docMk/>
            <pc:sldMk cId="749528310" sldId="305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42.251" v="125" actId="478"/>
          <ac:picMkLst>
            <pc:docMk/>
            <pc:sldMk cId="749528310" sldId="305"/>
            <ac:picMk id="2" creationId="{64C0FA66-E204-7D2B-6C04-1B05FA00A0E7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43.123" v="126"/>
          <ac:picMkLst>
            <pc:docMk/>
            <pc:sldMk cId="749528310" sldId="305"/>
            <ac:picMk id="6" creationId="{6389DA65-90E0-D364-7B39-C2C1FF9BE185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12.323" v="69"/>
        <pc:sldMkLst>
          <pc:docMk/>
          <pc:sldMk cId="3694899755" sldId="306"/>
        </pc:sldMkLst>
        <pc:spChg chg="add mod">
          <ac:chgData name="Rodrigo Samways Pacheco Dos Santos" userId="e962095f-e3b1-48bd-9b4e-699b4adc235a" providerId="ADAL" clId="{68FF21AD-6F4F-41F7-8CB9-ADFA948295D1}" dt="2022-12-21T03:12:12.323" v="69"/>
          <ac:spMkLst>
            <pc:docMk/>
            <pc:sldMk cId="3694899755" sldId="306"/>
            <ac:spMk id="3" creationId="{53742DFB-E6E2-A21E-7B7D-99EC5162358F}"/>
          </ac:spMkLst>
        </pc:spChg>
        <pc:spChg chg="del">
          <ac:chgData name="Rodrigo Samways Pacheco Dos Santos" userId="e962095f-e3b1-48bd-9b4e-699b4adc235a" providerId="ADAL" clId="{68FF21AD-6F4F-41F7-8CB9-ADFA948295D1}" dt="2022-12-21T03:12:11.603" v="68" actId="478"/>
          <ac:spMkLst>
            <pc:docMk/>
            <pc:sldMk cId="3694899755" sldId="306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11.315" v="67" actId="478"/>
          <ac:picMkLst>
            <pc:docMk/>
            <pc:sldMk cId="3694899755" sldId="306"/>
            <ac:picMk id="2" creationId="{4F7A253E-8A97-D04B-7193-AF21E410A8AE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12.323" v="69"/>
          <ac:picMkLst>
            <pc:docMk/>
            <pc:sldMk cId="3694899755" sldId="306"/>
            <ac:picMk id="7" creationId="{162A1849-44E6-A0CC-C66C-6A90CF99AFC3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22.288" v="78"/>
        <pc:sldMkLst>
          <pc:docMk/>
          <pc:sldMk cId="52805358" sldId="307"/>
        </pc:sldMkLst>
        <pc:spChg chg="add mod">
          <ac:chgData name="Rodrigo Samways Pacheco Dos Santos" userId="e962095f-e3b1-48bd-9b4e-699b4adc235a" providerId="ADAL" clId="{68FF21AD-6F4F-41F7-8CB9-ADFA948295D1}" dt="2022-12-21T03:12:22.288" v="78"/>
          <ac:spMkLst>
            <pc:docMk/>
            <pc:sldMk cId="52805358" sldId="307"/>
            <ac:spMk id="5" creationId="{96EEA1DC-D32F-03B4-B36D-8116945E6FBD}"/>
          </ac:spMkLst>
        </pc:spChg>
        <pc:spChg chg="del">
          <ac:chgData name="Rodrigo Samways Pacheco Dos Santos" userId="e962095f-e3b1-48bd-9b4e-699b4adc235a" providerId="ADAL" clId="{68FF21AD-6F4F-41F7-8CB9-ADFA948295D1}" dt="2022-12-21T03:12:21.517" v="77" actId="478"/>
          <ac:spMkLst>
            <pc:docMk/>
            <pc:sldMk cId="52805358" sldId="307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21.226" v="76" actId="478"/>
          <ac:picMkLst>
            <pc:docMk/>
            <pc:sldMk cId="52805358" sldId="307"/>
            <ac:picMk id="2" creationId="{C3B53736-6A04-A2FA-0665-D26D5431E133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22.288" v="78"/>
          <ac:picMkLst>
            <pc:docMk/>
            <pc:sldMk cId="52805358" sldId="307"/>
            <ac:picMk id="6" creationId="{59D5F7A4-ADCC-28AA-3FE7-BA67EDB3AD0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0:48.995" v="14" actId="478"/>
        <pc:sldMkLst>
          <pc:docMk/>
          <pc:sldMk cId="2570752246" sldId="317"/>
        </pc:sldMkLst>
        <pc:picChg chg="del">
          <ac:chgData name="Rodrigo Samways Pacheco Dos Santos" userId="e962095f-e3b1-48bd-9b4e-699b4adc235a" providerId="ADAL" clId="{68FF21AD-6F4F-41F7-8CB9-ADFA948295D1}" dt="2022-12-21T03:10:48.995" v="14" actId="478"/>
          <ac:picMkLst>
            <pc:docMk/>
            <pc:sldMk cId="2570752246" sldId="317"/>
            <ac:picMk id="2" creationId="{6B567CC9-281A-937D-972C-BCD251C54411}"/>
          </ac:picMkLst>
        </pc:picChg>
        <pc:picChg chg="add mod">
          <ac:chgData name="Rodrigo Samways Pacheco Dos Santos" userId="e962095f-e3b1-48bd-9b4e-699b4adc235a" providerId="ADAL" clId="{68FF21AD-6F4F-41F7-8CB9-ADFA948295D1}" dt="2022-12-21T03:10:42.349" v="13" actId="207"/>
          <ac:picMkLst>
            <pc:docMk/>
            <pc:sldMk cId="2570752246" sldId="317"/>
            <ac:picMk id="3" creationId="{703BD392-DBC6-AA97-6653-98CD1323CE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9325-8DA9-46CE-96CB-F32884D73040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F7F27-17E6-486A-807B-6CDDD6006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8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425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859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arquivo a ser aberto esta na pasta Aula_003 do WAMP e se chama </a:t>
            </a:r>
            <a:r>
              <a:rPr lang="pt-BR" dirty="0" err="1"/>
              <a:t>tarefa.php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489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1295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30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901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4800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0416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978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418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129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429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430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034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3556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755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Executar tarefa1.php e busca no template 2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6863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956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15540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5995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256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5499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60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878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2369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4684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BF7F27-17E6-486A-807B-6CDDD6006C1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06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62BDF-55A3-4359-BA31-FE5A87078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6755FA-CE4D-4C1E-A2DB-8B523A438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436673-EAD0-4ECD-9F10-0439BB84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2FC3D2-526E-4C2B-865F-3445215C1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D8C97B-E882-4DD1-9D4A-082710D8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0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2B4F5-F576-4336-AB2C-79756B59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EB364-8B5D-498F-AA08-28AC6DDF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C703B3-D1A9-4247-A00F-3B2728F6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F5DB94-B547-4728-AC1C-E53065D2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A2F54-2E27-4953-BACE-AE13B0E2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22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B7F82-3D00-4F26-8981-57D79D7C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A372C0-6A2C-432B-9089-477965669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4E79C-E377-4DA2-809C-2DD48049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C8312-30D6-40A6-AE5E-22D0D153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2D5530-B4A4-4B7E-BE04-F268B757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51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EAA91-972E-43AD-935B-FF3C50D5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24CBC-A609-407D-B2EB-20429A723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E39730-187A-4DC3-A51D-7C0C7F01D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1C629C-E5A5-4A51-A963-0D3CDD8A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A29704-CF6F-4C1C-8121-F60577AA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04E341-3670-4B07-93A9-D98AC0BD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94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65CFC-6AAC-40F7-A918-5854BFFC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DA649A-2E95-478C-A5A1-722AA7A0B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3F62C3-8649-4D0B-B304-2947739B4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198DCF-49F7-4573-89EE-9E805C709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AB5089-9445-4E46-814C-10BAC4C50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CF16FB-52AB-47A5-90F8-0005AFA9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6CDFE-9004-47E6-A90F-2D8FA4CA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F2D4C0-ACC1-495C-A975-3EC3663D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129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F23C3-2049-4956-902E-96979F19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02D2F5-936E-47EF-B814-EC21D013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3F4FC0-4572-49B8-BA7B-0A4E429C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829344-4808-4C1A-9050-839C50AF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63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CC7297-4CB5-43CC-A966-E66AA7E8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4364DA-502F-4EC2-A1D3-BD6E92B1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6589A4-E47B-49F0-AA39-43659716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2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DA515-43EF-43CF-8E42-5F33E40A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761A49-343C-43CA-BB81-D49E53738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5682B4-8B98-4DB7-85BB-EA8DB8CD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9E9BBA-C075-4623-AB75-D2917758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F9C316-E81A-46C8-9C6A-904DEBD6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51C8F5-E3ED-461E-9FE9-B58E2C44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3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232B-D5E6-4D1F-9B63-C8BA5073A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495430-687C-4BEC-B052-693A7F372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3F74E9-A123-48F0-93EA-D084BBAB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852C1B-FAA1-440A-89BC-EBC61959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1B23D3-7B13-4A89-90D9-CA9426DE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2D7791-FAE3-445A-BE6D-F96A2DF1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78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ABBD3-4ADB-47C2-ACCE-C2C4A14E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386541-0DA2-433C-8B93-B6F82AD13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DDCCF4-C36D-4AB0-B312-FD43FE5A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0D0A6B-71DF-4DF7-9DDB-85AD33E1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88E9C3-E0FA-408B-BA96-FC61415C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1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51F0B3-9322-40CD-A0D6-06C5123A4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9A878F-C9A0-47F4-BBC6-725E9B679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A7D25A-E614-471D-85C8-F8EC1CCA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E81F79-DF67-42CB-9203-6B07D1FF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DEDA0E-35E4-40CC-A120-47D810AF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44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437514-29E1-4584-9726-F84BB3B9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81F8FE-BF05-42FE-8B1E-007684C3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7ED45-0F6A-4268-8038-905D90C3B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1D2C6-0C19-402A-B6FC-03CA42DF813C}" type="datetimeFigureOut">
              <a:rPr lang="pt-BR" smtClean="0"/>
              <a:t>18/07/2025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BE3C11-BBE0-4DD0-B0F8-9CE7F5C40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BBF59-9448-4D5E-8ABB-608DFDEFF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86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C:\wamp64\www\Aulas_FIESC\Aula_003\tarefas.php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C:\wamp64\www\Aulas_FIESC\Aula_003\template.php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file:///C:\wamp64\www\Aulas_FIESC\Aula_003\template2.php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C:\wamp64\www\Aulas_FIESC\Aula_003\tarefas1.php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3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1027317" y="1846975"/>
            <a:ext cx="106575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DESENVOLVIMENTO 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DE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SISTEMAS</a:t>
            </a: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9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399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1139345" y="2385654"/>
            <a:ext cx="106575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Tratamento de Diferentes Campos do </a:t>
            </a:r>
            <a:r>
              <a:rPr lang="pt-BR" sz="6000" b="1" dirty="0" err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Form</a:t>
            </a:r>
            <a:endParaRPr lang="pt-BR" sz="6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Branding Black" panose="00000A00000000000000" pitchFamily="50" charset="0"/>
            </a:endParaRP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9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113638"/>
            <a:ext cx="7176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INTRODUÇÃO</a:t>
            </a:r>
            <a:endParaRPr lang="pt-BR" sz="4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1163772" y="2321004"/>
            <a:ext cx="986445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Na aula anterior, construímos a </a:t>
            </a:r>
            <a:r>
              <a:rPr lang="pt-B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nossa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vamos adicionar mais informações e funcionalidades ao projeto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7290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ORGANIZANDO O CÓD EM ARQ. SEPARADOS 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992480" y="2074783"/>
            <a:ext cx="1020703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que temos até o momento é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lista de 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tem apenas o nome da tarefa 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só permite adicionar novas 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Tudo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isso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foi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feito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apenas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arquivo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contém um pouco de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um pouco de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431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ORGANIZANDO O CÓD EM ARQ. SEPARADOS 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992480" y="2397948"/>
            <a:ext cx="1020703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Podemos continuar com esta estrutura, mas com o tempo o arquivo vai crescer e pode ficar complicado de ler e entender um arquivo muito grande e dividido em mais de uma linguagem.</a:t>
            </a:r>
          </a:p>
        </p:txBody>
      </p:sp>
    </p:spTree>
    <p:extLst>
      <p:ext uri="{BB962C8B-B14F-4D97-AF65-F5344CB8AC3E}">
        <p14:creationId xmlns:p14="http://schemas.microsoft.com/office/powerpoint/2010/main" val="1130187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ORGANIZANDO O CÓD EM ARQ. SEPARADOS 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939381" y="1468821"/>
            <a:ext cx="102070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Por isso, aqui entra uma decisão importante, vamos separar nossa aplicação em dois arquivos.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BAEFB49-1FF5-E08E-747F-7CD35C8DF05B}"/>
              </a:ext>
            </a:extLst>
          </p:cNvPr>
          <p:cNvSpPr txBox="1"/>
          <p:nvPr/>
        </p:nvSpPr>
        <p:spPr>
          <a:xfrm>
            <a:off x="1647746" y="2744241"/>
            <a:ext cx="88965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Um deles fará o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entrada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de dados 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manipulação da sessão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55A7B39-9317-8527-575E-876FB0BA825C}"/>
              </a:ext>
            </a:extLst>
          </p:cNvPr>
          <p:cNvSpPr txBox="1"/>
          <p:nvPr/>
        </p:nvSpPr>
        <p:spPr>
          <a:xfrm>
            <a:off x="1594646" y="4134048"/>
            <a:ext cx="88965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outro irá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exibir o formulário de cadastro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de tarefas e a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 das tarefas cadastradas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18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build="p"/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ORGANIZANDO O CÓD EM ARQ. SEPARADOS 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939380" y="1859340"/>
            <a:ext cx="10207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Não adicionaremos código novo, vamos apenas separar o código atual em dois arquivos — um arquivo será o </a:t>
            </a:r>
            <a:r>
              <a:rPr lang="pt-BR" sz="3200" b="1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tarefas.php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com este conteúdo:</a:t>
            </a:r>
          </a:p>
        </p:txBody>
      </p:sp>
      <p:sp>
        <p:nvSpPr>
          <p:cNvPr id="5" name="CaixaDeTexto 4">
            <a:hlinkClick r:id="rId6" action="ppaction://hlinkfile"/>
            <a:extLst>
              <a:ext uri="{FF2B5EF4-FFF2-40B4-BE49-F238E27FC236}">
                <a16:creationId xmlns:a16="http://schemas.microsoft.com/office/drawing/2014/main" id="{07F36B9E-E0B0-40DB-1EA6-AC2CA9F70A64}"/>
              </a:ext>
            </a:extLst>
          </p:cNvPr>
          <p:cNvSpPr txBox="1"/>
          <p:nvPr/>
        </p:nvSpPr>
        <p:spPr>
          <a:xfrm>
            <a:off x="939380" y="3994230"/>
            <a:ext cx="10207039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1813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CLIQUE AQUI PARA ABRIR O ARQUIVO!</a:t>
            </a:r>
          </a:p>
        </p:txBody>
      </p:sp>
    </p:spTree>
    <p:extLst>
      <p:ext uri="{BB962C8B-B14F-4D97-AF65-F5344CB8AC3E}">
        <p14:creationId xmlns:p14="http://schemas.microsoft.com/office/powerpoint/2010/main" val="150400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ORGANIZANDO O CÓD EM ARQ. SEPARADOS 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992480" y="1828562"/>
            <a:ext cx="10207039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Perceba que apenas juntamos os trechos de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estavam separados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apenas um arquivo que contém somente código 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Outro detalhe importante neste arquivo é o uso da instrução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00CC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INCLUDE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serve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incluir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conteúdo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outro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arquivo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fluxo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037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ORGANIZANDO O CÓD EM ARQ. SEPARADOS 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808512" y="1788176"/>
            <a:ext cx="102070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legal do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 que ele adiciona o outro arquivo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todas as variáveis e funções do arquivo atual continuam valendo no arquivo incluído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6B48487-2058-D2FC-CEFB-05E35839D1EC}"/>
              </a:ext>
            </a:extLst>
          </p:cNvPr>
          <p:cNvSpPr txBox="1"/>
          <p:nvPr/>
        </p:nvSpPr>
        <p:spPr>
          <a:xfrm>
            <a:off x="808513" y="3776312"/>
            <a:ext cx="1020703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Por isso podemos, neste caso, incluir um arquivo com apenas o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template do formulário de cadastro de tarefas e a lista de tarefas</a:t>
            </a: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3692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ORGANIZANDO O CÓD EM ARQ. SEPARADOS 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5" name="CaixaDeTexto 4">
            <a:hlinkClick r:id="rId6" action="ppaction://hlinkfile"/>
            <a:extLst>
              <a:ext uri="{FF2B5EF4-FFF2-40B4-BE49-F238E27FC236}">
                <a16:creationId xmlns:a16="http://schemas.microsoft.com/office/drawing/2014/main" id="{07F36B9E-E0B0-40DB-1EA6-AC2CA9F70A64}"/>
              </a:ext>
            </a:extLst>
          </p:cNvPr>
          <p:cNvSpPr txBox="1"/>
          <p:nvPr/>
        </p:nvSpPr>
        <p:spPr>
          <a:xfrm>
            <a:off x="748748" y="3671598"/>
            <a:ext cx="10207039" cy="1231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1813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CLIQUE AQUI PARA ABRIR O ARQUIVO</a:t>
            </a:r>
          </a:p>
          <a:p>
            <a:pPr algn="ctr">
              <a:spcBef>
                <a:spcPts val="1200"/>
              </a:spcBef>
              <a:tabLst>
                <a:tab pos="531813" algn="l"/>
              </a:tabLst>
            </a:pP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Template.php</a:t>
            </a: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6B48487-2058-D2FC-CEFB-05E35839D1EC}"/>
              </a:ext>
            </a:extLst>
          </p:cNvPr>
          <p:cNvSpPr txBox="1"/>
          <p:nvPr/>
        </p:nvSpPr>
        <p:spPr>
          <a:xfrm>
            <a:off x="748749" y="1453317"/>
            <a:ext cx="102070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arquivo com o template deve se chamar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template.php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pois este é o arquivo que estamos incluindo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usando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no arquivo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5087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ORGANIZANDO O CÓD EM ARQ. SEPARADOS 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6B48487-2058-D2FC-CEFB-05E35839D1EC}"/>
              </a:ext>
            </a:extLst>
          </p:cNvPr>
          <p:cNvSpPr txBox="1"/>
          <p:nvPr/>
        </p:nvSpPr>
        <p:spPr>
          <a:xfrm>
            <a:off x="875365" y="1390692"/>
            <a:ext cx="98191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 temos apenas 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foreach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 restante é apenas HTML.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BA3FCD2-1E4F-8A45-D4C2-E20CA8459409}"/>
              </a:ext>
            </a:extLst>
          </p:cNvPr>
          <p:cNvSpPr txBox="1"/>
          <p:nvPr/>
        </p:nvSpPr>
        <p:spPr>
          <a:xfrm>
            <a:off x="875365" y="3055355"/>
            <a:ext cx="98191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Desta forma fica mais simples de para </a:t>
            </a:r>
            <a:r>
              <a:rPr lang="pt-BR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adicionar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as funcionalidades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pois os arquivos estão menores e, o que é mais importante, estão com suas responsabilidades separadas.</a:t>
            </a:r>
          </a:p>
        </p:txBody>
      </p:sp>
    </p:spTree>
    <p:extLst>
      <p:ext uri="{BB962C8B-B14F-4D97-AF65-F5344CB8AC3E}">
        <p14:creationId xmlns:p14="http://schemas.microsoft.com/office/powerpoint/2010/main" val="191180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39ACC6-E7C3-14AC-D571-0D40432C9A6E}"/>
              </a:ext>
            </a:extLst>
          </p:cNvPr>
          <p:cNvSpPr txBox="1"/>
          <p:nvPr/>
        </p:nvSpPr>
        <p:spPr>
          <a:xfrm>
            <a:off x="697971" y="2644170"/>
            <a:ext cx="101738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que nosso sistema de controle de tarefas fique mais prático,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adicionar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algumas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informações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melhor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descrever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organizar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8483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39ACC6-E7C3-14AC-D571-0D40432C9A6E}"/>
              </a:ext>
            </a:extLst>
          </p:cNvPr>
          <p:cNvSpPr txBox="1"/>
          <p:nvPr/>
        </p:nvSpPr>
        <p:spPr>
          <a:xfrm>
            <a:off x="1009055" y="1351508"/>
            <a:ext cx="1017389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Por enquanto já temos um título para a tarefa, agora vamos adicionar:</a:t>
            </a:r>
          </a:p>
          <a:p>
            <a:pPr marL="1371600" lvl="2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uma descrição;</a:t>
            </a:r>
          </a:p>
          <a:p>
            <a:pPr marL="1371600" lvl="2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um prazo para conclusão;</a:t>
            </a:r>
          </a:p>
          <a:p>
            <a:pPr marL="1371600" lvl="2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um nível de prioridade e </a:t>
            </a:r>
          </a:p>
          <a:p>
            <a:pPr marL="1371600" lvl="2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uma confirmação de que a tarefa já está concluída.</a:t>
            </a:r>
          </a:p>
        </p:txBody>
      </p:sp>
    </p:spTree>
    <p:extLst>
      <p:ext uri="{BB962C8B-B14F-4D97-AF65-F5344CB8AC3E}">
        <p14:creationId xmlns:p14="http://schemas.microsoft.com/office/powerpoint/2010/main" val="77455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39ACC6-E7C3-14AC-D571-0D40432C9A6E}"/>
              </a:ext>
            </a:extLst>
          </p:cNvPr>
          <p:cNvSpPr txBox="1"/>
          <p:nvPr/>
        </p:nvSpPr>
        <p:spPr>
          <a:xfrm>
            <a:off x="972530" y="973762"/>
            <a:ext cx="101738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4988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isso, vamos adicionar os novos campos logo abaixo da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&lt;/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label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&gt; 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da Tarefa, no formulário HTML: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99E790F-0736-5019-8D1F-B8F7911D16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530" y="2536237"/>
            <a:ext cx="10331579" cy="3465492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8659C0F-9E3C-E1CA-FF60-3DE2BDB849CD}"/>
              </a:ext>
            </a:extLst>
          </p:cNvPr>
          <p:cNvSpPr/>
          <p:nvPr/>
        </p:nvSpPr>
        <p:spPr>
          <a:xfrm rot="20554580">
            <a:off x="2544427" y="3650166"/>
            <a:ext cx="7918921" cy="6644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n>
                  <a:solidFill>
                    <a:sysClr val="windowText" lastClr="000000"/>
                  </a:solidFill>
                </a:ln>
                <a:latin typeface="Arial Black" panose="020B0A04020102020204" pitchFamily="34" charset="0"/>
              </a:rPr>
              <a:t>CONTINUA NO PROXIMO SLIDE!!</a:t>
            </a:r>
          </a:p>
        </p:txBody>
      </p:sp>
    </p:spTree>
    <p:extLst>
      <p:ext uri="{BB962C8B-B14F-4D97-AF65-F5344CB8AC3E}">
        <p14:creationId xmlns:p14="http://schemas.microsoft.com/office/powerpoint/2010/main" val="78389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A671E4DC-41D1-1050-29DC-792075C641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2" y="851881"/>
            <a:ext cx="10998927" cy="4986534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8659C0F-9E3C-E1CA-FF60-3DE2BDB849CD}"/>
              </a:ext>
            </a:extLst>
          </p:cNvPr>
          <p:cNvSpPr/>
          <p:nvPr/>
        </p:nvSpPr>
        <p:spPr>
          <a:xfrm rot="20554580">
            <a:off x="752341" y="2662018"/>
            <a:ext cx="10687316" cy="118502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n>
                  <a:solidFill>
                    <a:sysClr val="windowText" lastClr="000000"/>
                  </a:solidFill>
                </a:ln>
                <a:latin typeface="Arial Black" panose="020B0A04020102020204" pitchFamily="34" charset="0"/>
              </a:rPr>
              <a:t>CODIGO TERMINA ANTES DA TAG QUE CRIA BOTÃO CADASTRAR!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7BE0BFA4-572D-B3C8-7725-104CB219632C}"/>
              </a:ext>
            </a:extLst>
          </p:cNvPr>
          <p:cNvSpPr/>
          <p:nvPr/>
        </p:nvSpPr>
        <p:spPr>
          <a:xfrm>
            <a:off x="169412" y="5392057"/>
            <a:ext cx="3090042" cy="61406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TERMINAR ANTES DAQUI</a:t>
            </a:r>
          </a:p>
        </p:txBody>
      </p:sp>
    </p:spTree>
    <p:extLst>
      <p:ext uri="{BB962C8B-B14F-4D97-AF65-F5344CB8AC3E}">
        <p14:creationId xmlns:p14="http://schemas.microsoft.com/office/powerpoint/2010/main" val="111794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8659C0F-9E3C-E1CA-FF60-3DE2BDB849CD}"/>
              </a:ext>
            </a:extLst>
          </p:cNvPr>
          <p:cNvSpPr/>
          <p:nvPr/>
        </p:nvSpPr>
        <p:spPr>
          <a:xfrm>
            <a:off x="663561" y="759889"/>
            <a:ext cx="11471367" cy="632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800" dirty="0">
                <a:solidFill>
                  <a:schemeClr val="tx1"/>
                </a:solidFill>
                <a:latin typeface="Arial Black" panose="020B0A04020102020204" pitchFamily="34" charset="0"/>
              </a:rPr>
              <a:t>Execute o código e deve aparecer essa tela abaixo!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8FF402C-A60E-BC01-DD1D-1EFEC5206C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9246" y="1439993"/>
            <a:ext cx="7471954" cy="487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2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EA7FD16-2B7C-12EB-FBBC-0348981D9CE2}"/>
              </a:ext>
            </a:extLst>
          </p:cNvPr>
          <p:cNvSpPr txBox="1"/>
          <p:nvPr/>
        </p:nvSpPr>
        <p:spPr>
          <a:xfrm>
            <a:off x="806576" y="1505396"/>
            <a:ext cx="1057884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legal é que só precisamos alterar o arquivo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template.php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enquanto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continuou o mesmo.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sistema continua funcionando e apenas ignora os dados adicionais enviados.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 vamos alterar também 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pegar as novas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4195708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EA7FD16-2B7C-12EB-FBBC-0348981D9CE2}"/>
              </a:ext>
            </a:extLst>
          </p:cNvPr>
          <p:cNvSpPr txBox="1"/>
          <p:nvPr/>
        </p:nvSpPr>
        <p:spPr>
          <a:xfrm>
            <a:off x="725261" y="1336119"/>
            <a:ext cx="1057884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usar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tarefa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como a base para saber se devemos cadastrar uma nova tarefa, já que o nome da tarefa é a única informação essencial para nós.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isso,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vamos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alterar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aquele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IF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logo após 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session_start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também seu conteúdo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É claro que ele vai ficar maior, pois agora são vários campos que precisamos pegar do formulário enviado:</a:t>
            </a:r>
          </a:p>
        </p:txBody>
      </p:sp>
    </p:spTree>
    <p:extLst>
      <p:ext uri="{BB962C8B-B14F-4D97-AF65-F5344CB8AC3E}">
        <p14:creationId xmlns:p14="http://schemas.microsoft.com/office/powerpoint/2010/main" val="151909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E1150D9-0988-4BC1-358D-34FE80456D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93" y="1641648"/>
            <a:ext cx="10408083" cy="467152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C61D59-DDFA-CEA7-9EA3-EFEC95A82431}"/>
              </a:ext>
            </a:extLst>
          </p:cNvPr>
          <p:cNvSpPr txBox="1"/>
          <p:nvPr/>
        </p:nvSpPr>
        <p:spPr>
          <a:xfrm>
            <a:off x="972530" y="973762"/>
            <a:ext cx="10173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4988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Logo após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session_start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digite o código abaixo</a:t>
            </a:r>
          </a:p>
        </p:txBody>
      </p: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C543E884-38E4-C4F5-0158-AD81AA50A93D}"/>
              </a:ext>
            </a:extLst>
          </p:cNvPr>
          <p:cNvSpPr/>
          <p:nvPr/>
        </p:nvSpPr>
        <p:spPr>
          <a:xfrm>
            <a:off x="4597400" y="1955800"/>
            <a:ext cx="1054100" cy="378134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AB2C978B-66E7-EC8F-1CE5-05CF11E56BC5}"/>
              </a:ext>
            </a:extLst>
          </p:cNvPr>
          <p:cNvSpPr/>
          <p:nvPr/>
        </p:nvSpPr>
        <p:spPr>
          <a:xfrm>
            <a:off x="972530" y="2661233"/>
            <a:ext cx="1183307" cy="41575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B15901F-3D56-C067-B547-D62EFC2F2AE5}"/>
              </a:ext>
            </a:extLst>
          </p:cNvPr>
          <p:cNvSpPr/>
          <p:nvPr/>
        </p:nvSpPr>
        <p:spPr>
          <a:xfrm rot="20554580">
            <a:off x="2544427" y="3650166"/>
            <a:ext cx="7918921" cy="6644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n>
                  <a:solidFill>
                    <a:sysClr val="windowText" lastClr="000000"/>
                  </a:solidFill>
                </a:ln>
                <a:latin typeface="Arial Black" panose="020B0A04020102020204" pitchFamily="34" charset="0"/>
              </a:rPr>
              <a:t>CONTINUA NO PROXIMO SLIDE!!</a:t>
            </a:r>
          </a:p>
        </p:txBody>
      </p:sp>
    </p:spTree>
    <p:extLst>
      <p:ext uri="{BB962C8B-B14F-4D97-AF65-F5344CB8AC3E}">
        <p14:creationId xmlns:p14="http://schemas.microsoft.com/office/powerpoint/2010/main" val="307284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C143C3B4-5876-1903-2EC8-B63722E9E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17" y="851230"/>
            <a:ext cx="10719792" cy="546194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AB2C978B-66E7-EC8F-1CE5-05CF11E56BC5}"/>
              </a:ext>
            </a:extLst>
          </p:cNvPr>
          <p:cNvSpPr/>
          <p:nvPr/>
        </p:nvSpPr>
        <p:spPr>
          <a:xfrm flipH="1">
            <a:off x="6797469" y="851230"/>
            <a:ext cx="1054100" cy="41575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B15901F-3D56-C067-B547-D62EFC2F2AE5}"/>
              </a:ext>
            </a:extLst>
          </p:cNvPr>
          <p:cNvSpPr/>
          <p:nvPr/>
        </p:nvSpPr>
        <p:spPr>
          <a:xfrm rot="20554580">
            <a:off x="2544427" y="3249993"/>
            <a:ext cx="7918921" cy="6644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n>
                  <a:solidFill>
                    <a:sysClr val="windowText" lastClr="000000"/>
                  </a:solidFill>
                </a:ln>
                <a:latin typeface="Arial Black" panose="020B0A04020102020204" pitchFamily="34" charset="0"/>
              </a:rPr>
              <a:t>CONTINUA NO PROXIMO SLIDE!!</a:t>
            </a:r>
          </a:p>
        </p:txBody>
      </p:sp>
    </p:spTree>
    <p:extLst>
      <p:ext uri="{BB962C8B-B14F-4D97-AF65-F5344CB8AC3E}">
        <p14:creationId xmlns:p14="http://schemas.microsoft.com/office/powerpoint/2010/main" val="360219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606FB00-66EA-8BA8-D527-13975B67A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796" y="1229930"/>
            <a:ext cx="10443067" cy="456130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AB2C978B-66E7-EC8F-1CE5-05CF11E56BC5}"/>
              </a:ext>
            </a:extLst>
          </p:cNvPr>
          <p:cNvSpPr/>
          <p:nvPr/>
        </p:nvSpPr>
        <p:spPr>
          <a:xfrm flipH="1">
            <a:off x="2099575" y="1341206"/>
            <a:ext cx="1054100" cy="41575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E8EB9A9E-0423-36B7-ECE8-AE7DFC8F07DA}"/>
              </a:ext>
            </a:extLst>
          </p:cNvPr>
          <p:cNvSpPr/>
          <p:nvPr/>
        </p:nvSpPr>
        <p:spPr>
          <a:xfrm flipH="1">
            <a:off x="2571824" y="4186006"/>
            <a:ext cx="1054100" cy="41575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B15901F-3D56-C067-B547-D62EFC2F2AE5}"/>
              </a:ext>
            </a:extLst>
          </p:cNvPr>
          <p:cNvSpPr/>
          <p:nvPr/>
        </p:nvSpPr>
        <p:spPr>
          <a:xfrm rot="19630023">
            <a:off x="3173538" y="3125093"/>
            <a:ext cx="7918921" cy="66441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n>
                  <a:solidFill>
                    <a:srgbClr val="FFFF00"/>
                  </a:solidFill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FINALIZA ANTES DO include</a:t>
            </a:r>
          </a:p>
        </p:txBody>
      </p:sp>
    </p:spTree>
    <p:extLst>
      <p:ext uri="{BB962C8B-B14F-4D97-AF65-F5344CB8AC3E}">
        <p14:creationId xmlns:p14="http://schemas.microsoft.com/office/powerpoint/2010/main" val="96534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" grpId="0" animBg="1"/>
      <p:bldP spid="14" grpId="0" animBg="1"/>
      <p:bldP spid="1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05527D-102D-042D-3101-5824032B7CC7}"/>
              </a:ext>
            </a:extLst>
          </p:cNvPr>
          <p:cNvSpPr txBox="1"/>
          <p:nvPr/>
        </p:nvSpPr>
        <p:spPr>
          <a:xfrm>
            <a:off x="939800" y="1476549"/>
            <a:ext cx="102066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Repare que usamos sempre 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isset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para saber se os índices de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$_GET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existem.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Isso é necessário pois o navegador não envia os campos em branco, nem os campos desmarcados.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A3FBD9D-C0A4-9CC1-63DC-9EC5A66111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310" y="4100322"/>
            <a:ext cx="9947379" cy="1143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4733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2DA8C00B-1037-BE41-F97F-9EBF2B421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10" y="1275897"/>
            <a:ext cx="9923989" cy="201357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05527D-102D-042D-3101-5824032B7CC7}"/>
              </a:ext>
            </a:extLst>
          </p:cNvPr>
          <p:cNvSpPr txBox="1"/>
          <p:nvPr/>
        </p:nvSpPr>
        <p:spPr>
          <a:xfrm>
            <a:off x="939800" y="752677"/>
            <a:ext cx="10206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	Agora é só alterar a tabela para exibir todos os dados: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769A159-4F21-A645-2BFD-08F79D084B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110" y="3964587"/>
            <a:ext cx="10206619" cy="2053521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799D2AAE-E63C-2EF3-7249-AA56ADED318E}"/>
              </a:ext>
            </a:extLst>
          </p:cNvPr>
          <p:cNvSpPr txBox="1"/>
          <p:nvPr/>
        </p:nvSpPr>
        <p:spPr>
          <a:xfrm>
            <a:off x="423412" y="3389001"/>
            <a:ext cx="11071859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troque o código acima pelo código abaixo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ímbolo de &quot;Não Permitido&quot; 14">
            <a:extLst>
              <a:ext uri="{FF2B5EF4-FFF2-40B4-BE49-F238E27FC236}">
                <a16:creationId xmlns:a16="http://schemas.microsoft.com/office/drawing/2014/main" id="{03CF82B4-029A-B75B-F3E9-8EBE4BA53131}"/>
              </a:ext>
            </a:extLst>
          </p:cNvPr>
          <p:cNvSpPr/>
          <p:nvPr/>
        </p:nvSpPr>
        <p:spPr>
          <a:xfrm>
            <a:off x="4222750" y="1313090"/>
            <a:ext cx="2279650" cy="1895076"/>
          </a:xfrm>
          <a:prstGeom prst="noSmoking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FDE16811-F25F-2927-6202-8C02F8A706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612" b="95538" l="9877" r="92840">
                        <a14:foregroundMark x1="40741" y1="9711" x2="54074" y2="7612"/>
                        <a14:foregroundMark x1="54074" y1="7612" x2="58025" y2="9186"/>
                        <a14:foregroundMark x1="90370" y1="35696" x2="93086" y2="52231"/>
                        <a14:foregroundMark x1="93086" y1="52231" x2="92840" y2="54331"/>
                        <a14:foregroundMark x1="48148" y1="60630" x2="64691" y2="42782"/>
                        <a14:foregroundMark x1="49877" y1="43832" x2="62716" y2="62205"/>
                        <a14:foregroundMark x1="62716" y1="62205" x2="69383" y2="43307"/>
                        <a14:foregroundMark x1="69383" y1="43307" x2="61975" y2="25984"/>
                        <a14:foregroundMark x1="61975" y1="25984" x2="61235" y2="25197"/>
                        <a14:foregroundMark x1="33827" y1="40945" x2="30864" y2="56168"/>
                        <a14:foregroundMark x1="30864" y1="56168" x2="33333" y2="72441"/>
                        <a14:foregroundMark x1="33333" y1="72441" x2="33580" y2="72703"/>
                        <a14:foregroundMark x1="42469" y1="45144" x2="58519" y2="69816"/>
                        <a14:foregroundMark x1="58519" y1="69816" x2="73086" y2="70604"/>
                        <a14:foregroundMark x1="73086" y1="70604" x2="73333" y2="68241"/>
                        <a14:foregroundMark x1="40247" y1="88976" x2="54815" y2="91339"/>
                        <a14:foregroundMark x1="54815" y1="91339" x2="55062" y2="91076"/>
                        <a14:foregroundMark x1="51605" y1="95538" x2="55309" y2="93176"/>
                        <a14:foregroundMark x1="38765" y1="64042" x2="56543" y2="52231"/>
                        <a14:foregroundMark x1="66667" y1="35958" x2="70370" y2="26772"/>
                        <a14:foregroundMark x1="64938" y1="62467" x2="80000" y2="44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854" y="4406372"/>
            <a:ext cx="1299016" cy="122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3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24878C6D-E5DC-4CEA-4987-950761B266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44" y="1514369"/>
            <a:ext cx="10295512" cy="4200631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99D2AAE-E63C-2EF3-7249-AA56ADED318E}"/>
              </a:ext>
            </a:extLst>
          </p:cNvPr>
          <p:cNvSpPr txBox="1"/>
          <p:nvPr/>
        </p:nvSpPr>
        <p:spPr>
          <a:xfrm rot="20258106">
            <a:off x="3224980" y="2818529"/>
            <a:ext cx="6313671" cy="646331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ctr">
              <a:tabLst>
                <a:tab pos="531813" algn="l"/>
              </a:tabLst>
            </a:pP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FINALIZANDO O CÓDIGO!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FDE16811-F25F-2927-6202-8C02F8A706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612" b="95538" l="9877" r="92840">
                        <a14:foregroundMark x1="40741" y1="9711" x2="54074" y2="7612"/>
                        <a14:foregroundMark x1="54074" y1="7612" x2="58025" y2="9186"/>
                        <a14:foregroundMark x1="90370" y1="35696" x2="93086" y2="52231"/>
                        <a14:foregroundMark x1="93086" y1="52231" x2="92840" y2="54331"/>
                        <a14:foregroundMark x1="48148" y1="60630" x2="64691" y2="42782"/>
                        <a14:foregroundMark x1="49877" y1="43832" x2="62716" y2="62205"/>
                        <a14:foregroundMark x1="62716" y1="62205" x2="69383" y2="43307"/>
                        <a14:foregroundMark x1="69383" y1="43307" x2="61975" y2="25984"/>
                        <a14:foregroundMark x1="61975" y1="25984" x2="61235" y2="25197"/>
                        <a14:foregroundMark x1="33827" y1="40945" x2="30864" y2="56168"/>
                        <a14:foregroundMark x1="30864" y1="56168" x2="33333" y2="72441"/>
                        <a14:foregroundMark x1="33333" y1="72441" x2="33580" y2="72703"/>
                        <a14:foregroundMark x1="42469" y1="45144" x2="58519" y2="69816"/>
                        <a14:foregroundMark x1="58519" y1="69816" x2="73086" y2="70604"/>
                        <a14:foregroundMark x1="73086" y1="70604" x2="73333" y2="68241"/>
                        <a14:foregroundMark x1="40247" y1="88976" x2="54815" y2="91339"/>
                        <a14:foregroundMark x1="54815" y1="91339" x2="55062" y2="91076"/>
                        <a14:foregroundMark x1="51605" y1="95538" x2="55309" y2="93176"/>
                        <a14:foregroundMark x1="38765" y1="64042" x2="56543" y2="52231"/>
                        <a14:foregroundMark x1="66667" y1="35958" x2="70370" y2="26772"/>
                        <a14:foregroundMark x1="64938" y1="62467" x2="80000" y2="448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250149">
            <a:off x="696729" y="4774046"/>
            <a:ext cx="1299016" cy="1222037"/>
          </a:xfrm>
          <a:prstGeom prst="rect">
            <a:avLst/>
          </a:prstGeom>
        </p:spPr>
      </p:pic>
      <p:sp>
        <p:nvSpPr>
          <p:cNvPr id="13" name="Seta: para a Esquerda 12">
            <a:extLst>
              <a:ext uri="{FF2B5EF4-FFF2-40B4-BE49-F238E27FC236}">
                <a16:creationId xmlns:a16="http://schemas.microsoft.com/office/drawing/2014/main" id="{2EB2D06E-6DF1-09EA-5539-78763036D730}"/>
              </a:ext>
            </a:extLst>
          </p:cNvPr>
          <p:cNvSpPr/>
          <p:nvPr/>
        </p:nvSpPr>
        <p:spPr>
          <a:xfrm>
            <a:off x="4006837" y="5289246"/>
            <a:ext cx="1803400" cy="518773"/>
          </a:xfrm>
          <a:prstGeom prst="lef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75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BF689D3-B456-B220-D8C3-D4FB04B9F75F}"/>
              </a:ext>
            </a:extLst>
          </p:cNvPr>
          <p:cNvSpPr txBox="1"/>
          <p:nvPr/>
        </p:nvSpPr>
        <p:spPr>
          <a:xfrm>
            <a:off x="435831" y="900109"/>
            <a:ext cx="11320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3400" algn="l"/>
              </a:tabLst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Acesse o formulário e cadastre algumas tarefas. 	Veja como ficou a minha página com duas tarefas cadastradas.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C3F2F16-82E2-AB67-CD0A-496BFCDD6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140" y="1778290"/>
            <a:ext cx="8484687" cy="435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6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ADICIONANDO MAIS INFO. ÀS TAREFAS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C61D59-DDFA-CEA7-9EA3-EFEC95A82431}"/>
              </a:ext>
            </a:extLst>
          </p:cNvPr>
          <p:cNvSpPr txBox="1"/>
          <p:nvPr/>
        </p:nvSpPr>
        <p:spPr>
          <a:xfrm>
            <a:off x="1009055" y="1380039"/>
            <a:ext cx="10173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4988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Clique na caixa abaixo para abrir o CÓDIGO FINAL</a:t>
            </a:r>
          </a:p>
        </p:txBody>
      </p:sp>
      <p:sp>
        <p:nvSpPr>
          <p:cNvPr id="14" name="Retângulo 13">
            <a:hlinkClick r:id="rId6" action="ppaction://hlinkfile"/>
            <a:extLst>
              <a:ext uri="{FF2B5EF4-FFF2-40B4-BE49-F238E27FC236}">
                <a16:creationId xmlns:a16="http://schemas.microsoft.com/office/drawing/2014/main" id="{1B15901F-3D56-C067-B547-D62EFC2F2AE5}"/>
              </a:ext>
            </a:extLst>
          </p:cNvPr>
          <p:cNvSpPr/>
          <p:nvPr/>
        </p:nvSpPr>
        <p:spPr>
          <a:xfrm>
            <a:off x="2136539" y="2526337"/>
            <a:ext cx="7918921" cy="6644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Arial Black" panose="020B0A04020102020204" pitchFamily="34" charset="0"/>
              </a:rPr>
              <a:t>ARQUIVO TAREFAS.PHP</a:t>
            </a:r>
          </a:p>
        </p:txBody>
      </p:sp>
      <p:sp>
        <p:nvSpPr>
          <p:cNvPr id="5" name="Retângulo 4">
            <a:hlinkClick r:id="rId7" action="ppaction://hlinkfile"/>
            <a:extLst>
              <a:ext uri="{FF2B5EF4-FFF2-40B4-BE49-F238E27FC236}">
                <a16:creationId xmlns:a16="http://schemas.microsoft.com/office/drawing/2014/main" id="{AB51ECC4-BCD1-F8D8-34FC-7C74649E43AA}"/>
              </a:ext>
            </a:extLst>
          </p:cNvPr>
          <p:cNvSpPr/>
          <p:nvPr/>
        </p:nvSpPr>
        <p:spPr>
          <a:xfrm>
            <a:off x="2966919" y="3837715"/>
            <a:ext cx="6258160" cy="664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Arial Black" panose="020B0A04020102020204" pitchFamily="34" charset="0"/>
              </a:rPr>
              <a:t>ARQUIVO TEMPLATE.PHP</a:t>
            </a:r>
          </a:p>
        </p:txBody>
      </p:sp>
    </p:spTree>
    <p:extLst>
      <p:ext uri="{BB962C8B-B14F-4D97-AF65-F5344CB8AC3E}">
        <p14:creationId xmlns:p14="http://schemas.microsoft.com/office/powerpoint/2010/main" val="191178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5" grpId="0" animBg="1"/>
      <p:bldP spid="5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CONCLUSÃO DA AULA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D9BEBFB-43CB-D7F1-888A-8D90254EBD6A}"/>
              </a:ext>
            </a:extLst>
          </p:cNvPr>
          <p:cNvSpPr txBox="1"/>
          <p:nvPr/>
        </p:nvSpPr>
        <p:spPr>
          <a:xfrm>
            <a:off x="1092962" y="2074783"/>
            <a:ext cx="1000607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Até aqui desenvolvemos um sistema de gerenciamento de tarefas já bem interessante.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Durante o desenvolvimento já foram usadas funcionalidades do PHP para manter a sessão e para incluir arquivos com trechos de código.</a:t>
            </a:r>
          </a:p>
        </p:txBody>
      </p:sp>
    </p:spTree>
    <p:extLst>
      <p:ext uri="{BB962C8B-B14F-4D97-AF65-F5344CB8AC3E}">
        <p14:creationId xmlns:p14="http://schemas.microsoft.com/office/powerpoint/2010/main" val="3044821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CONCLUSÃO DA AULA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D9BEBFB-43CB-D7F1-888A-8D90254EBD6A}"/>
              </a:ext>
            </a:extLst>
          </p:cNvPr>
          <p:cNvSpPr txBox="1"/>
          <p:nvPr/>
        </p:nvSpPr>
        <p:spPr>
          <a:xfrm>
            <a:off x="1092962" y="2151727"/>
            <a:ext cx="100060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Graças a esta separação em arquivos o nosso projeto ficou mais legível e separamos as responsabilidades de cada arquivo, um para tratar os dados e outro para exibir o formulário e a lista de tarefas.</a:t>
            </a:r>
          </a:p>
        </p:txBody>
      </p:sp>
    </p:spTree>
    <p:extLst>
      <p:ext uri="{BB962C8B-B14F-4D97-AF65-F5344CB8AC3E}">
        <p14:creationId xmlns:p14="http://schemas.microsoft.com/office/powerpoint/2010/main" val="3365072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CONCLUSÃO DA AULA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D9BEBFB-43CB-D7F1-888A-8D90254EBD6A}"/>
              </a:ext>
            </a:extLst>
          </p:cNvPr>
          <p:cNvSpPr txBox="1"/>
          <p:nvPr/>
        </p:nvSpPr>
        <p:spPr>
          <a:xfrm>
            <a:off x="1092962" y="1905506"/>
            <a:ext cx="1000607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Por enquanto, nossa aplicação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permite apenas a adição das 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funciona apenas enquanto o navegador está aberto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pois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quando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trocamos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navegador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quando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reiniciamos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o navegador atual,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 sessão se perde e com isso perdemos as atividades cadastradas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6588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CONCLUSÃO DA AULA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D9BEBFB-43CB-D7F1-888A-8D90254EBD6A}"/>
              </a:ext>
            </a:extLst>
          </p:cNvPr>
          <p:cNvSpPr txBox="1"/>
          <p:nvPr/>
        </p:nvSpPr>
        <p:spPr>
          <a:xfrm>
            <a:off x="1092962" y="1505396"/>
            <a:ext cx="1000607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Isso quer dizer que as sessões são ruins?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Não! Isso quer dizer apenas que elas não servem para o nosso problema atual, que é guardar a lista de tarefas e acessar de outro navegador sem perder os dados.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Mas em cenários onde é necessário, por exemplo, guardar o login do usuário, uma sessão é ideal.</a:t>
            </a:r>
          </a:p>
        </p:txBody>
      </p:sp>
    </p:spTree>
    <p:extLst>
      <p:ext uri="{BB962C8B-B14F-4D97-AF65-F5344CB8AC3E}">
        <p14:creationId xmlns:p14="http://schemas.microsoft.com/office/powerpoint/2010/main" val="1907365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399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1139345" y="2169785"/>
            <a:ext cx="106575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ln>
                  <a:solidFill>
                    <a:prstClr val="black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Acessando e Usando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ln>
                  <a:solidFill>
                    <a:prstClr val="black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Um Banco de Dados</a:t>
            </a:r>
            <a:endParaRPr kumimoji="0" lang="pt-BR" sz="6000" b="1" i="0" u="none" strike="noStrike" kern="1200" cap="none" spc="0" normalizeH="0" baseline="0" noProof="0" dirty="0">
              <a:ln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Branding Black" panose="00000A00000000000000" pitchFamily="50" charset="0"/>
              <a:ea typeface="+mn-ea"/>
              <a:cs typeface="+mn-cs"/>
            </a:endParaRP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solidFill>
                    <a:srgbClr val="00206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14143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haroni" panose="02010803020104030203" pitchFamily="2" charset="-79"/>
                    <a:ea typeface="+mn-ea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77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113638"/>
            <a:ext cx="7176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INTRODUÇÃO</a:t>
            </a:r>
            <a:endParaRPr lang="pt-BR" sz="4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F6F47D-6CCA-5A56-6043-3CD07C5E6881}"/>
              </a:ext>
            </a:extLst>
          </p:cNvPr>
          <p:cNvSpPr txBox="1"/>
          <p:nvPr/>
        </p:nvSpPr>
        <p:spPr>
          <a:xfrm>
            <a:off x="1057276" y="1481078"/>
            <a:ext cx="1008697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Como nossa aplicação já tem uma estrutura bacana e já funciona bem usando as sessões, o que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precisamos fazer é trocar o uso das sessões pelo uso do banco de dados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Por isso,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vamos começar por criar o banco de dados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definindo quais dados queremos guardar e faremos com que o PHP se conecte ao banco para poder inserir e recuperar esses dados</a:t>
            </a:r>
          </a:p>
        </p:txBody>
      </p:sp>
    </p:spTree>
    <p:extLst>
      <p:ext uri="{BB962C8B-B14F-4D97-AF65-F5344CB8AC3E}">
        <p14:creationId xmlns:p14="http://schemas.microsoft.com/office/powerpoint/2010/main" val="2165402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113638"/>
            <a:ext cx="7176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INTRODUÇÃO</a:t>
            </a:r>
            <a:endParaRPr lang="pt-BR" sz="4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F6F47D-6CCA-5A56-6043-3CD07C5E6881}"/>
              </a:ext>
            </a:extLst>
          </p:cNvPr>
          <p:cNvSpPr txBox="1"/>
          <p:nvPr/>
        </p:nvSpPr>
        <p:spPr>
          <a:xfrm>
            <a:off x="1052513" y="2151727"/>
            <a:ext cx="1008697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 manipulação do banco de dados é feita com a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utilização de outra linguagem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que nos permite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executar comandos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pt-BR" sz="3200" dirty="0"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inserir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CC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pesquisar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remover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dados,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fazer relatórios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2387703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F6F47D-6CCA-5A56-6043-3CD07C5E6881}"/>
              </a:ext>
            </a:extLst>
          </p:cNvPr>
          <p:cNvSpPr txBox="1"/>
          <p:nvPr/>
        </p:nvSpPr>
        <p:spPr>
          <a:xfrm>
            <a:off x="1052513" y="1828562"/>
            <a:ext cx="10086974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é um software livre para banco de dados.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Isso significa que você pode usar 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em seus projetos e ainda pode contribuir com o desenvolvimento do próprio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se assim desejar ou necessitar.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BANCO DE DADOS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851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F6F47D-6CCA-5A56-6043-3CD07C5E6881}"/>
              </a:ext>
            </a:extLst>
          </p:cNvPr>
          <p:cNvSpPr txBox="1"/>
          <p:nvPr/>
        </p:nvSpPr>
        <p:spPr>
          <a:xfrm>
            <a:off x="1052513" y="2644170"/>
            <a:ext cx="100869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é bastante usado em aplicações web por sua versatilidade e por ser suportado em diversas plataformas e diferentes linguagens.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BANCO DE DADOS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743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F6F47D-6CCA-5A56-6043-3CD07C5E6881}"/>
              </a:ext>
            </a:extLst>
          </p:cNvPr>
          <p:cNvSpPr txBox="1"/>
          <p:nvPr/>
        </p:nvSpPr>
        <p:spPr>
          <a:xfrm>
            <a:off x="1217716" y="1734280"/>
            <a:ext cx="555455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Por padrão, o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não tem uma interface gráfica para administração e utilização, mas é possível encontrar diversas ferramentas que fazem este tipo de trabalho, sendo que uma das mais conhecidas é o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 Workbench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BANCO DE DADOS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O mysql workbench - Ícones Social media e Logos">
            <a:extLst>
              <a:ext uri="{FF2B5EF4-FFF2-40B4-BE49-F238E27FC236}">
                <a16:creationId xmlns:a16="http://schemas.microsoft.com/office/drawing/2014/main" id="{52E2F5E4-3B6A-AF98-7C60-BEFC8CDD7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554" y="1641649"/>
            <a:ext cx="4179372" cy="39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008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CRIANDO O BANCO DE DADOS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4482D7-3F66-AE12-0D50-804E3FE8F091}"/>
              </a:ext>
            </a:extLst>
          </p:cNvPr>
          <p:cNvSpPr txBox="1"/>
          <p:nvPr/>
        </p:nvSpPr>
        <p:spPr>
          <a:xfrm>
            <a:off x="1137630" y="1385542"/>
            <a:ext cx="100087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criar um novo banco de dados. Se você escolheu o idioma português na página de login, selecione a opção Bancos de dados.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4482D7-3F66-AE12-0D50-804E3FE8F091}"/>
              </a:ext>
            </a:extLst>
          </p:cNvPr>
          <p:cNvSpPr txBox="1"/>
          <p:nvPr/>
        </p:nvSpPr>
        <p:spPr>
          <a:xfrm>
            <a:off x="1091605" y="3163737"/>
            <a:ext cx="1000879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Na próxima página digite o nome do banco de dados, que será seu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sobrenome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exemplo: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sergio_silveira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na caixa de entrada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Criar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dados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536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CRIANDO O BANCO DE DADOS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F669548-39AC-BD4A-DDF8-E133FFF364BE}"/>
              </a:ext>
            </a:extLst>
          </p:cNvPr>
          <p:cNvSpPr txBox="1"/>
          <p:nvPr/>
        </p:nvSpPr>
        <p:spPr>
          <a:xfrm>
            <a:off x="896090" y="907902"/>
            <a:ext cx="100087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Na opção Colação, ou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Collation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selecione a opção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utf8_general_ci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7911F2A-830F-0DB4-F118-8B6447588F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90" y="2214976"/>
            <a:ext cx="10250330" cy="2638793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2BE1FB12-00C2-CFEE-CCF1-74BC42DA60C4}"/>
              </a:ext>
            </a:extLst>
          </p:cNvPr>
          <p:cNvSpPr/>
          <p:nvPr/>
        </p:nvSpPr>
        <p:spPr>
          <a:xfrm rot="19294372">
            <a:off x="5837142" y="1685385"/>
            <a:ext cx="558800" cy="2726950"/>
          </a:xfrm>
          <a:prstGeom prst="downArrow">
            <a:avLst>
              <a:gd name="adj1" fmla="val 50000"/>
              <a:gd name="adj2" fmla="val 116067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EDF881DA-9421-6199-C8D8-D213E733B348}"/>
              </a:ext>
            </a:extLst>
          </p:cNvPr>
          <p:cNvSpPr/>
          <p:nvPr/>
        </p:nvSpPr>
        <p:spPr>
          <a:xfrm rot="10800000">
            <a:off x="4770834" y="4520514"/>
            <a:ext cx="558800" cy="1153672"/>
          </a:xfrm>
          <a:prstGeom prst="downArrow">
            <a:avLst>
              <a:gd name="adj1" fmla="val 50000"/>
              <a:gd name="adj2" fmla="val 68863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0850E33-6848-6E91-5F9E-2DDCA7EE89F2}"/>
              </a:ext>
            </a:extLst>
          </p:cNvPr>
          <p:cNvSpPr txBox="1"/>
          <p:nvPr/>
        </p:nvSpPr>
        <p:spPr>
          <a:xfrm>
            <a:off x="749301" y="5546027"/>
            <a:ext cx="10397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seu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sobrenome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exemplo: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sergio_silveira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381302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10" grpId="1" animBg="1"/>
      <p:bldP spid="13" grpId="0" animBg="1"/>
      <p:bldP spid="13" grpId="1" animBg="1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Explosão: 8 Pontos 5">
            <a:extLst>
              <a:ext uri="{FF2B5EF4-FFF2-40B4-BE49-F238E27FC236}">
                <a16:creationId xmlns:a16="http://schemas.microsoft.com/office/drawing/2014/main" id="{85FE3B9B-1F50-AFF2-C02F-97806E9E623F}"/>
              </a:ext>
            </a:extLst>
          </p:cNvPr>
          <p:cNvSpPr/>
          <p:nvPr/>
        </p:nvSpPr>
        <p:spPr>
          <a:xfrm>
            <a:off x="990600" y="1168400"/>
            <a:ext cx="10723008" cy="4714822"/>
          </a:xfrm>
          <a:prstGeom prst="irregularSeal1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tx1"/>
                </a:solidFill>
                <a:latin typeface="Arial Black" panose="020B0A04020102020204" pitchFamily="34" charset="0"/>
              </a:rPr>
              <a:t>PAUSA PARA ENTENDER </a:t>
            </a:r>
            <a:r>
              <a:rPr lang="pt-BR" sz="3200" dirty="0" err="1">
                <a:solidFill>
                  <a:schemeClr val="tx1"/>
                </a:solidFill>
                <a:latin typeface="Arial Black" panose="020B0A04020102020204" pitchFamily="34" charset="0"/>
              </a:rPr>
              <a:t>CHARSETs</a:t>
            </a:r>
            <a:r>
              <a:rPr lang="pt-BR" sz="3200" dirty="0">
                <a:solidFill>
                  <a:schemeClr val="tx1"/>
                </a:solidFill>
                <a:latin typeface="Arial Black" panose="020B0A04020102020204" pitchFamily="34" charset="0"/>
              </a:rPr>
              <a:t> E COLLATION</a:t>
            </a:r>
          </a:p>
        </p:txBody>
      </p:sp>
    </p:spTree>
    <p:extLst>
      <p:ext uri="{BB962C8B-B14F-4D97-AF65-F5344CB8AC3E}">
        <p14:creationId xmlns:p14="http://schemas.microsoft.com/office/powerpoint/2010/main" val="348385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719665-F43B-A0EC-0946-FE502640928B}"/>
              </a:ext>
            </a:extLst>
          </p:cNvPr>
          <p:cNvSpPr txBox="1"/>
          <p:nvPr/>
        </p:nvSpPr>
        <p:spPr>
          <a:xfrm>
            <a:off x="1054101" y="1934844"/>
            <a:ext cx="10092319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Os </a:t>
            </a:r>
            <a:r>
              <a:rPr lang="pt-BR" sz="28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campos tipo texto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MySQL (e outros </a:t>
            </a:r>
            <a:r>
              <a:rPr lang="pt-BR" sz="2800" b="0" i="0" dirty="0" err="1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SGBDs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como </a:t>
            </a:r>
            <a:r>
              <a:rPr lang="pt-BR" sz="2800" b="1" i="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i="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varchar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i="0" dirty="0" err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etc., têm uma propriedade que definem o conjunto de caracteres válidos naquele campo.</a:t>
            </a:r>
          </a:p>
          <a:p>
            <a:pPr algn="just">
              <a:spcBef>
                <a:spcPts val="1200"/>
              </a:spcBef>
            </a:pPr>
            <a:r>
              <a:rPr lang="pt-BR" sz="2800" dirty="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Esses são os chamados </a:t>
            </a:r>
            <a:r>
              <a:rPr lang="pt-BR" sz="2800" b="1" i="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"</a:t>
            </a:r>
            <a:r>
              <a:rPr lang="pt-BR" sz="2800" b="1" i="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character</a:t>
            </a:r>
            <a:r>
              <a:rPr lang="pt-BR" sz="2800" b="1" i="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 sets"</a:t>
            </a:r>
            <a:r>
              <a:rPr lang="pt-BR" sz="28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ou, de forma abreviada, </a:t>
            </a:r>
            <a:r>
              <a:rPr lang="pt-BR" sz="2800" b="0" i="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"</a:t>
            </a:r>
            <a:r>
              <a:rPr lang="pt-BR" sz="2800" b="0" i="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charsets</a:t>
            </a:r>
            <a:r>
              <a:rPr lang="pt-BR" sz="2800" b="0" i="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"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pt-BR" sz="2800" dirty="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Há </a:t>
            </a:r>
            <a:r>
              <a:rPr lang="pt-BR" sz="2800" b="0" i="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charsets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pra vários idiomas.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1" y="1002599"/>
            <a:ext cx="257608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CHARSETS</a:t>
            </a:r>
          </a:p>
        </p:txBody>
      </p:sp>
    </p:spTree>
    <p:extLst>
      <p:ext uri="{BB962C8B-B14F-4D97-AF65-F5344CB8AC3E}">
        <p14:creationId xmlns:p14="http://schemas.microsoft.com/office/powerpoint/2010/main" val="217135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719665-F43B-A0EC-0946-FE502640928B}"/>
              </a:ext>
            </a:extLst>
          </p:cNvPr>
          <p:cNvSpPr txBox="1"/>
          <p:nvPr/>
        </p:nvSpPr>
        <p:spPr>
          <a:xfrm>
            <a:off x="1049841" y="1723722"/>
            <a:ext cx="1009657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mais usado com o português é o 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"latin1"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que inclui todos os nossos caracteres acentuados.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Porém o </a:t>
            </a:r>
            <a:r>
              <a:rPr lang="pt-BR" sz="2800" b="0" i="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"UTF-8" </a:t>
            </a:r>
            <a:r>
              <a:rPr lang="pt-BR" sz="2800" b="1" i="0" u="sng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pt-BR" sz="28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i="0" u="sng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8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i="0" u="sng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mais</a:t>
            </a:r>
            <a:r>
              <a:rPr lang="pt-BR" sz="28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i="0" u="sng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recomendado</a:t>
            </a:r>
            <a:r>
              <a:rPr lang="pt-BR" sz="2800" b="1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i="0" u="sng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ultimamente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1" y="1002599"/>
            <a:ext cx="257608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CHARSETS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F1D054-8CEB-AA8C-4812-7ECECE255DE8}"/>
              </a:ext>
            </a:extLst>
          </p:cNvPr>
          <p:cNvSpPr txBox="1"/>
          <p:nvPr/>
        </p:nvSpPr>
        <p:spPr>
          <a:xfrm>
            <a:off x="2736916" y="4908771"/>
            <a:ext cx="6096000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latin typeface="Arial Black" panose="020B0A04020102020204" pitchFamily="34" charset="0"/>
              </a:rPr>
              <a:t>show </a:t>
            </a:r>
            <a:r>
              <a:rPr lang="pt-BR" sz="3200" dirty="0" err="1">
                <a:latin typeface="Arial Black" panose="020B0A04020102020204" pitchFamily="34" charset="0"/>
              </a:rPr>
              <a:t>character</a:t>
            </a:r>
            <a:r>
              <a:rPr lang="pt-BR" sz="3200" dirty="0">
                <a:latin typeface="Arial Black" panose="020B0A04020102020204" pitchFamily="34" charset="0"/>
              </a:rPr>
              <a:t> set;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FA69F7-8EF9-DBDD-7897-F8FC8BB28C53}"/>
              </a:ext>
            </a:extLst>
          </p:cNvPr>
          <p:cNvSpPr txBox="1"/>
          <p:nvPr/>
        </p:nvSpPr>
        <p:spPr>
          <a:xfrm>
            <a:off x="1049841" y="3596402"/>
            <a:ext cx="102542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33400" algn="l"/>
              </a:tabLst>
            </a:pP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Você pode ver a lista de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charsets</a:t>
            </a:r>
            <a:r>
              <a:rPr lang="pt-BR" sz="28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suportados pelo MySQL com a seguinte consulta: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0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8" grpId="0" animBg="1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719665-F43B-A0EC-0946-FE502640928B}"/>
              </a:ext>
            </a:extLst>
          </p:cNvPr>
          <p:cNvSpPr txBox="1"/>
          <p:nvPr/>
        </p:nvSpPr>
        <p:spPr>
          <a:xfrm>
            <a:off x="1049842" y="2228671"/>
            <a:ext cx="10096578" cy="24006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Existem também as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"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collations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"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(que podem ser traduzidas por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"colações"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"agrupamentos"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) para cada um desses </a:t>
            </a:r>
            <a:r>
              <a:rPr lang="pt-BR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charsets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Elas definem as regras para comparação entre caracteres do </a:t>
            </a:r>
            <a:r>
              <a:rPr lang="pt-BR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charset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298875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COLLATIONS</a:t>
            </a:r>
          </a:p>
        </p:txBody>
      </p:sp>
    </p:spTree>
    <p:extLst>
      <p:ext uri="{BB962C8B-B14F-4D97-AF65-F5344CB8AC3E}">
        <p14:creationId xmlns:p14="http://schemas.microsoft.com/office/powerpoint/2010/main" val="372219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719665-F43B-A0EC-0946-FE502640928B}"/>
              </a:ext>
            </a:extLst>
          </p:cNvPr>
          <p:cNvSpPr txBox="1"/>
          <p:nvPr/>
        </p:nvSpPr>
        <p:spPr>
          <a:xfrm>
            <a:off x="1047711" y="2244060"/>
            <a:ext cx="10096578" cy="2369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Há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collations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para:</a:t>
            </a:r>
          </a:p>
          <a:p>
            <a:pPr marL="1371600" lvl="2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comparar caracteres de diferentes idiomas;</a:t>
            </a:r>
          </a:p>
          <a:p>
            <a:pPr marL="1371600" lvl="2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para ignorar (ou não) letras minúsculas e maiúsculas, ou acentuação.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298875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COLLATIONS</a:t>
            </a:r>
          </a:p>
        </p:txBody>
      </p:sp>
    </p:spTree>
    <p:extLst>
      <p:ext uri="{BB962C8B-B14F-4D97-AF65-F5344CB8AC3E}">
        <p14:creationId xmlns:p14="http://schemas.microsoft.com/office/powerpoint/2010/main" val="356450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719665-F43B-A0EC-0946-FE502640928B}"/>
              </a:ext>
            </a:extLst>
          </p:cNvPr>
          <p:cNvSpPr txBox="1"/>
          <p:nvPr/>
        </p:nvSpPr>
        <p:spPr>
          <a:xfrm>
            <a:off x="4599490" y="1641649"/>
            <a:ext cx="298875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>
              <a:tabLst>
                <a:tab pos="533400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POR EXEMPLO: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298875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COLLATIONS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679669-7C93-AE61-F93B-D357659241C9}"/>
              </a:ext>
            </a:extLst>
          </p:cNvPr>
          <p:cNvSpPr txBox="1"/>
          <p:nvPr/>
        </p:nvSpPr>
        <p:spPr>
          <a:xfrm>
            <a:off x="1045579" y="2298985"/>
            <a:ext cx="10096578" cy="28315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Digamos que seja feita uma consulta pela palavra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"teste"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em uma determinada coluna de uma tabela.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Se a </a:t>
            </a:r>
            <a:r>
              <a:rPr lang="pt-BR" sz="2800" b="1" dirty="0" err="1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collation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dessa coluna for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"latin1_general_ci"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o MySQL pode retornar as palavras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"TESTE"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"Teste"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pois as letras maiúsculas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diferem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das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minúsculas</a:t>
            </a:r>
            <a:r>
              <a:rPr lang="pt-BR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(daí o sufixo </a:t>
            </a:r>
            <a:r>
              <a:rPr lang="pt-BR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sz="2800" b="1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ci</a:t>
            </a:r>
            <a:r>
              <a:rPr lang="pt-BR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de "</a:t>
            </a:r>
            <a:r>
              <a:rPr lang="pt-BR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ase-</a:t>
            </a:r>
            <a:r>
              <a:rPr lang="pt-BR" sz="2800" b="1" dirty="0" err="1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nsensitive</a:t>
            </a: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859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2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719665-F43B-A0EC-0946-FE502640928B}"/>
              </a:ext>
            </a:extLst>
          </p:cNvPr>
          <p:cNvSpPr txBox="1"/>
          <p:nvPr/>
        </p:nvSpPr>
        <p:spPr>
          <a:xfrm>
            <a:off x="4599490" y="1641649"/>
            <a:ext cx="298875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>
              <a:tabLst>
                <a:tab pos="533400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POR EXEMPLO: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298875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COLLATIONS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679669-7C93-AE61-F93B-D357659241C9}"/>
              </a:ext>
            </a:extLst>
          </p:cNvPr>
          <p:cNvSpPr txBox="1"/>
          <p:nvPr/>
        </p:nvSpPr>
        <p:spPr>
          <a:xfrm>
            <a:off x="1045579" y="2298985"/>
            <a:ext cx="10096578" cy="19697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Já na </a:t>
            </a:r>
            <a:r>
              <a:rPr lang="pt-BR" sz="2800" b="1" dirty="0" err="1">
                <a:ln>
                  <a:solidFill>
                    <a:schemeClr val="tx1"/>
                  </a:solidFill>
                </a:ln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collation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"latin1_general_cs"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apenas o valor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"teste"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serviria.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Para ver a lista de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collations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de um determinado </a:t>
            </a:r>
            <a:r>
              <a:rPr lang="pt-BR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charset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use: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329CB27-812B-3346-0D01-A6B836DB76F3}"/>
              </a:ext>
            </a:extLst>
          </p:cNvPr>
          <p:cNvSpPr txBox="1"/>
          <p:nvPr/>
        </p:nvSpPr>
        <p:spPr>
          <a:xfrm>
            <a:off x="1663699" y="4874735"/>
            <a:ext cx="9050787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latin typeface="Arial Black" panose="020B0A04020102020204" pitchFamily="34" charset="0"/>
              </a:rPr>
              <a:t>show </a:t>
            </a:r>
            <a:r>
              <a:rPr lang="pt-BR" sz="3200" dirty="0" err="1">
                <a:latin typeface="Arial Black" panose="020B0A04020102020204" pitchFamily="34" charset="0"/>
              </a:rPr>
              <a:t>collation</a:t>
            </a:r>
            <a:r>
              <a:rPr lang="pt-BR" sz="3200" dirty="0">
                <a:latin typeface="Arial Black" panose="020B0A04020102020204" pitchFamily="34" charset="0"/>
              </a:rPr>
              <a:t> </a:t>
            </a:r>
            <a:r>
              <a:rPr lang="pt-BR" sz="3200" dirty="0" err="1">
                <a:latin typeface="Arial Black" panose="020B0A04020102020204" pitchFamily="34" charset="0"/>
              </a:rPr>
              <a:t>where</a:t>
            </a:r>
            <a:r>
              <a:rPr lang="pt-BR" sz="3200" dirty="0">
                <a:latin typeface="Arial Black" panose="020B0A04020102020204" pitchFamily="34" charset="0"/>
              </a:rPr>
              <a:t> </a:t>
            </a:r>
            <a:r>
              <a:rPr lang="pt-BR" sz="3200" dirty="0" err="1">
                <a:latin typeface="Arial Black" panose="020B0A04020102020204" pitchFamily="34" charset="0"/>
              </a:rPr>
              <a:t>charset</a:t>
            </a:r>
            <a:r>
              <a:rPr lang="pt-BR" sz="3200" dirty="0">
                <a:latin typeface="Arial Black" panose="020B0A04020102020204" pitchFamily="34" charset="0"/>
              </a:rPr>
              <a:t>='latin1';</a:t>
            </a:r>
          </a:p>
        </p:txBody>
      </p:sp>
    </p:spTree>
    <p:extLst>
      <p:ext uri="{BB962C8B-B14F-4D97-AF65-F5344CB8AC3E}">
        <p14:creationId xmlns:p14="http://schemas.microsoft.com/office/powerpoint/2010/main" val="285734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3887920" cy="523220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UNICODE e UTF-8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679669-7C93-AE61-F93B-D357659241C9}"/>
              </a:ext>
            </a:extLst>
          </p:cNvPr>
          <p:cNvSpPr txBox="1"/>
          <p:nvPr/>
        </p:nvSpPr>
        <p:spPr>
          <a:xfrm>
            <a:off x="1049842" y="1833699"/>
            <a:ext cx="10096578" cy="33547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conjunto de caracteres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Unicode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é o mais abrangente.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Ele engloba milhares de caracteres conhecidos, de vários idiomas, além de símbolos, emoticons, etc.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Já 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UTF-8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é uma forma prática de se usar o Unicode sem usar tanto espaço de armazenamento.</a:t>
            </a:r>
          </a:p>
        </p:txBody>
      </p:sp>
    </p:spTree>
    <p:extLst>
      <p:ext uri="{BB962C8B-B14F-4D97-AF65-F5344CB8AC3E}">
        <p14:creationId xmlns:p14="http://schemas.microsoft.com/office/powerpoint/2010/main" val="338192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3887920" cy="523220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UNICODE e UTF-8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679669-7C93-AE61-F93B-D357659241C9}"/>
              </a:ext>
            </a:extLst>
          </p:cNvPr>
          <p:cNvSpPr txBox="1"/>
          <p:nvPr/>
        </p:nvSpPr>
        <p:spPr>
          <a:xfrm>
            <a:off x="1178971" y="2397948"/>
            <a:ext cx="9834058" cy="20621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 tendência atualmente é usar 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charset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UTF-8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nos bancos de dados (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especificamente o utf8mb4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no MySQL), pois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serve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qualquer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idioma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541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2087060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utf8mb4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679669-7C93-AE61-F93B-D357659241C9}"/>
              </a:ext>
            </a:extLst>
          </p:cNvPr>
          <p:cNvSpPr txBox="1"/>
          <p:nvPr/>
        </p:nvSpPr>
        <p:spPr>
          <a:xfrm>
            <a:off x="1049840" y="2120169"/>
            <a:ext cx="9834058" cy="32008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UTF-8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do MySQL, por padrão, não suporta todos os caracteres possíveis do Unicode, utilizando até 3 bytes por caractere.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Eles posteriormente criaram o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charset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utf8mb4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que pode ter até 4 bytes por caractere e é mais completo.</a:t>
            </a:r>
          </a:p>
        </p:txBody>
      </p:sp>
    </p:spTree>
    <p:extLst>
      <p:ext uri="{BB962C8B-B14F-4D97-AF65-F5344CB8AC3E}">
        <p14:creationId xmlns:p14="http://schemas.microsoft.com/office/powerpoint/2010/main" val="4540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2087060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b="1" i="0" dirty="0">
                <a:effectLst/>
                <a:latin typeface="Arial Black" panose="020B0A04020102020204" pitchFamily="34" charset="0"/>
                <a:cs typeface="Arial" panose="020B0604020202020204" pitchFamily="34" charset="0"/>
              </a:rPr>
              <a:t>utf8mb4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679669-7C93-AE61-F93B-D357659241C9}"/>
              </a:ext>
            </a:extLst>
          </p:cNvPr>
          <p:cNvSpPr txBox="1"/>
          <p:nvPr/>
        </p:nvSpPr>
        <p:spPr>
          <a:xfrm>
            <a:off x="867887" y="2150743"/>
            <a:ext cx="9834058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Então a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recomendação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mais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charset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collation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campos texto é: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3CBA3F-8B78-9C70-ED89-CE3DEF991F88}"/>
              </a:ext>
            </a:extLst>
          </p:cNvPr>
          <p:cNvSpPr txBox="1"/>
          <p:nvPr/>
        </p:nvSpPr>
        <p:spPr>
          <a:xfrm>
            <a:off x="1178971" y="4110993"/>
            <a:ext cx="9834058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4000" b="1" dirty="0">
                <a:latin typeface="Arial Black" panose="020B0A04020102020204" pitchFamily="34" charset="0"/>
                <a:cs typeface="Arial" panose="020B0604020202020204" pitchFamily="34" charset="0"/>
              </a:rPr>
              <a:t>utf8mb4</a:t>
            </a:r>
            <a:r>
              <a:rPr lang="pt-BR" sz="4000" dirty="0">
                <a:latin typeface="Arial Black" panose="020B0A04020102020204" pitchFamily="34" charset="0"/>
                <a:cs typeface="Arial" panose="020B0604020202020204" pitchFamily="34" charset="0"/>
              </a:rPr>
              <a:t> e </a:t>
            </a:r>
            <a:r>
              <a:rPr lang="pt-BR" sz="4000" b="1" dirty="0">
                <a:latin typeface="Arial Black" panose="020B0A04020102020204" pitchFamily="34" charset="0"/>
                <a:cs typeface="Arial" panose="020B0604020202020204" pitchFamily="34" charset="0"/>
              </a:rPr>
              <a:t>utf8mb4_general_ci</a:t>
            </a:r>
            <a:endParaRPr lang="pt-BR" sz="40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70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8525960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pt-BR" sz="2800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Charsets do banco de dados, tabelas e colunas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679669-7C93-AE61-F93B-D357659241C9}"/>
              </a:ext>
            </a:extLst>
          </p:cNvPr>
          <p:cNvSpPr txBox="1"/>
          <p:nvPr/>
        </p:nvSpPr>
        <p:spPr>
          <a:xfrm>
            <a:off x="867887" y="2150743"/>
            <a:ext cx="9834058" cy="27084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Cada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coluna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mesma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tabela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pode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ter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charsets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collations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Já as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tabelas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bancos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de dados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têm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charsets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collations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próprios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mas pode-se definir seu valor padrão ao criá-los.</a:t>
            </a:r>
          </a:p>
        </p:txBody>
      </p:sp>
    </p:spTree>
    <p:extLst>
      <p:ext uri="{BB962C8B-B14F-4D97-AF65-F5344CB8AC3E}">
        <p14:creationId xmlns:p14="http://schemas.microsoft.com/office/powerpoint/2010/main" val="145045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AA2C6-2979-D7F1-9624-94A6D8C62FEC}"/>
              </a:ext>
            </a:extLst>
          </p:cNvPr>
          <p:cNvSpPr txBox="1"/>
          <p:nvPr/>
        </p:nvSpPr>
        <p:spPr>
          <a:xfrm>
            <a:off x="1049840" y="1002599"/>
            <a:ext cx="8525960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pt-BR" sz="2800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Charsets do banco de dados, tabelas e colunas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679669-7C93-AE61-F93B-D357659241C9}"/>
              </a:ext>
            </a:extLst>
          </p:cNvPr>
          <p:cNvSpPr txBox="1"/>
          <p:nvPr/>
        </p:nvSpPr>
        <p:spPr>
          <a:xfrm>
            <a:off x="867887" y="2150743"/>
            <a:ext cx="2916713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POR EXEMPLO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DBF71AC-F902-3FD5-BC07-6678B68B03D1}"/>
              </a:ext>
            </a:extLst>
          </p:cNvPr>
          <p:cNvSpPr txBox="1"/>
          <p:nvPr/>
        </p:nvSpPr>
        <p:spPr>
          <a:xfrm>
            <a:off x="867887" y="2830759"/>
            <a:ext cx="9834058" cy="27084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Se você, ao criar uma coluna da tabela, </a:t>
            </a: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especificar o </a:t>
            </a:r>
            <a:r>
              <a:rPr lang="pt-BR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charset</a:t>
            </a: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collation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vai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usar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tabela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 a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tabela vai adotar os do banco de dados se não indicados no "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306791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6" name="Explosão: 8 Pontos 5">
            <a:extLst>
              <a:ext uri="{FF2B5EF4-FFF2-40B4-BE49-F238E27FC236}">
                <a16:creationId xmlns:a16="http://schemas.microsoft.com/office/drawing/2014/main" id="{85FE3B9B-1F50-AFF2-C02F-97806E9E623F}"/>
              </a:ext>
            </a:extLst>
          </p:cNvPr>
          <p:cNvSpPr/>
          <p:nvPr/>
        </p:nvSpPr>
        <p:spPr>
          <a:xfrm>
            <a:off x="1020740" y="1047361"/>
            <a:ext cx="10723008" cy="4714822"/>
          </a:xfrm>
          <a:prstGeom prst="irregularSeal1">
            <a:avLst/>
          </a:prstGeom>
          <a:solidFill>
            <a:schemeClr val="accent6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RETOMANDO CRIAÇÃO</a:t>
            </a:r>
            <a:r>
              <a:rPr kumimoji="0" lang="pt-BR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DO BANCO DE DADOS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103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7D5407-B656-DEE1-DF46-28DBD7E290E8}"/>
              </a:ext>
            </a:extLst>
          </p:cNvPr>
          <p:cNvSpPr txBox="1"/>
          <p:nvPr/>
        </p:nvSpPr>
        <p:spPr>
          <a:xfrm>
            <a:off x="1139502" y="2151727"/>
            <a:ext cx="991299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Nosso projeto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é um gerenciador de 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então vamos precisar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apenas de uma tabela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campos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necessários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guardar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dados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já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temos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tarefas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dentro da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$_SESSION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38499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7D5407-B656-DEE1-DF46-28DBD7E290E8}"/>
              </a:ext>
            </a:extLst>
          </p:cNvPr>
          <p:cNvSpPr txBox="1"/>
          <p:nvPr/>
        </p:nvSpPr>
        <p:spPr>
          <a:xfrm>
            <a:off x="1139502" y="1009690"/>
            <a:ext cx="9912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Nossa tabela deverá ficar assim: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5FBC4DB-2871-E57F-CFB0-663B914CC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700" y="1567360"/>
            <a:ext cx="4396312" cy="4842555"/>
          </a:xfrm>
          <a:prstGeom prst="rect">
            <a:avLst/>
          </a:prstGeom>
        </p:spPr>
      </p:pic>
      <p:sp>
        <p:nvSpPr>
          <p:cNvPr id="13" name="Seta: para a Esquerda 12">
            <a:extLst>
              <a:ext uri="{FF2B5EF4-FFF2-40B4-BE49-F238E27FC236}">
                <a16:creationId xmlns:a16="http://schemas.microsoft.com/office/drawing/2014/main" id="{E77844D4-AA05-B9A6-09E3-07B16E733D28}"/>
              </a:ext>
            </a:extLst>
          </p:cNvPr>
          <p:cNvSpPr/>
          <p:nvPr/>
        </p:nvSpPr>
        <p:spPr>
          <a:xfrm>
            <a:off x="5349838" y="4114800"/>
            <a:ext cx="3032162" cy="698500"/>
          </a:xfrm>
          <a:prstGeom prst="leftArrow">
            <a:avLst>
              <a:gd name="adj1" fmla="val 50000"/>
              <a:gd name="adj2" fmla="val 1481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INTEGER(1)</a:t>
            </a:r>
          </a:p>
        </p:txBody>
      </p:sp>
      <p:sp>
        <p:nvSpPr>
          <p:cNvPr id="14" name="Seta: para a Esquerda 13">
            <a:extLst>
              <a:ext uri="{FF2B5EF4-FFF2-40B4-BE49-F238E27FC236}">
                <a16:creationId xmlns:a16="http://schemas.microsoft.com/office/drawing/2014/main" id="{E5D23DCE-0B1F-688B-86A2-BC91206C84DD}"/>
              </a:ext>
            </a:extLst>
          </p:cNvPr>
          <p:cNvSpPr/>
          <p:nvPr/>
        </p:nvSpPr>
        <p:spPr>
          <a:xfrm flipH="1">
            <a:off x="472012" y="4464050"/>
            <a:ext cx="2819400" cy="698500"/>
          </a:xfrm>
          <a:prstGeom prst="leftArrow">
            <a:avLst>
              <a:gd name="adj1" fmla="val 50000"/>
              <a:gd name="adj2" fmla="val 148182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BOOLEAN</a:t>
            </a:r>
          </a:p>
        </p:txBody>
      </p:sp>
    </p:spTree>
    <p:extLst>
      <p:ext uri="{BB962C8B-B14F-4D97-AF65-F5344CB8AC3E}">
        <p14:creationId xmlns:p14="http://schemas.microsoft.com/office/powerpoint/2010/main" val="42320400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7D5407-B656-DEE1-DF46-28DBD7E290E8}"/>
              </a:ext>
            </a:extLst>
          </p:cNvPr>
          <p:cNvSpPr txBox="1"/>
          <p:nvPr/>
        </p:nvSpPr>
        <p:spPr>
          <a:xfrm>
            <a:off x="852423" y="1171219"/>
            <a:ext cx="609599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Repare que a tabela é muito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parecida com os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armazenam as tarefas,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as diferenças são pequenas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como o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id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os campos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nome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que foi definido com até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caracteres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prioridade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é um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número inteiro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54F4DE3-26B4-78B5-6130-631ED331F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927" y="345653"/>
            <a:ext cx="4396312" cy="568300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31FEC1D-706A-D674-A78B-6A8E4A989940}"/>
              </a:ext>
            </a:extLst>
          </p:cNvPr>
          <p:cNvSpPr/>
          <p:nvPr/>
        </p:nvSpPr>
        <p:spPr>
          <a:xfrm>
            <a:off x="7464056" y="1275907"/>
            <a:ext cx="3763925" cy="1143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82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7D5407-B656-DEE1-DF46-28DBD7E290E8}"/>
              </a:ext>
            </a:extLst>
          </p:cNvPr>
          <p:cNvSpPr txBox="1"/>
          <p:nvPr/>
        </p:nvSpPr>
        <p:spPr>
          <a:xfrm>
            <a:off x="1124582" y="1171219"/>
            <a:ext cx="562280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id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será uma identificação única das nossas tarefas e será um número crescente.</a:t>
            </a:r>
          </a:p>
          <a:p>
            <a:pPr algn="just"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Dessa forma teremos a tarefa 1, 2, 3 e assim por diante, sem nunca repetir o número.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EE573E7-AB6A-17D8-269F-FDAC42E6D7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927" y="345653"/>
            <a:ext cx="4396312" cy="568300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15A094C-53E6-D339-2554-1E1FFB236DD2}"/>
              </a:ext>
            </a:extLst>
          </p:cNvPr>
          <p:cNvSpPr/>
          <p:nvPr/>
        </p:nvSpPr>
        <p:spPr>
          <a:xfrm>
            <a:off x="7464056" y="1275907"/>
            <a:ext cx="3763925" cy="5847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43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7D5407-B656-DEE1-DF46-28DBD7E290E8}"/>
              </a:ext>
            </a:extLst>
          </p:cNvPr>
          <p:cNvSpPr txBox="1"/>
          <p:nvPr/>
        </p:nvSpPr>
        <p:spPr>
          <a:xfrm>
            <a:off x="1124582" y="1275907"/>
            <a:ext cx="5707087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Isso é importante para identificarmos as tarefas e não misturarmos quando precisarmos fazer referência a uma tarefa.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Imagine que usássemos 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nome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para isso, fatalmente teríamos duas tarefas com o mesmo nome, e isso atrapalharia na hora de saber qual é qual.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EE573E7-AB6A-17D8-269F-FDAC42E6D7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927" y="345653"/>
            <a:ext cx="4396312" cy="568300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15A094C-53E6-D339-2554-1E1FFB236DD2}"/>
              </a:ext>
            </a:extLst>
          </p:cNvPr>
          <p:cNvSpPr/>
          <p:nvPr/>
        </p:nvSpPr>
        <p:spPr>
          <a:xfrm>
            <a:off x="7439120" y="1787563"/>
            <a:ext cx="3763925" cy="5847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483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7D5407-B656-DEE1-DF46-28DBD7E290E8}"/>
              </a:ext>
            </a:extLst>
          </p:cNvPr>
          <p:cNvSpPr txBox="1"/>
          <p:nvPr/>
        </p:nvSpPr>
        <p:spPr>
          <a:xfrm>
            <a:off x="1139501" y="1052623"/>
            <a:ext cx="562280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nome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agora tem um limite de até 20 caracteres.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Isso é algo comum em bancos de dados.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Já que não precisamos de nomes muito grandes para as tarefas, 20 caracteres devem ser suficientes.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EE573E7-AB6A-17D8-269F-FDAC42E6D7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927" y="345653"/>
            <a:ext cx="4396312" cy="568300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15A094C-53E6-D339-2554-1E1FFB236DD2}"/>
              </a:ext>
            </a:extLst>
          </p:cNvPr>
          <p:cNvSpPr/>
          <p:nvPr/>
        </p:nvSpPr>
        <p:spPr>
          <a:xfrm>
            <a:off x="7439120" y="1749215"/>
            <a:ext cx="3763925" cy="5847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90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7D5407-B656-DEE1-DF46-28DBD7E290E8}"/>
              </a:ext>
            </a:extLst>
          </p:cNvPr>
          <p:cNvSpPr txBox="1"/>
          <p:nvPr/>
        </p:nvSpPr>
        <p:spPr>
          <a:xfrm>
            <a:off x="1124582" y="931315"/>
            <a:ext cx="5622805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ptos Black" panose="020B0004020202020204" pitchFamily="34" charset="0"/>
                <a:cs typeface="Arial" panose="020B0604020202020204" pitchFamily="34" charset="0"/>
              </a:rPr>
              <a:t>prioridade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é um número com apenas um algarismo.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Vamos usar desta forma pois fica mais simples guardar no banco as prioridades 1, 2 e 3, em vez de baixa, média e alta.</a:t>
            </a:r>
          </a:p>
          <a:p>
            <a:pPr algn="just">
              <a:spcBef>
                <a:spcPts val="1200"/>
              </a:spcBef>
              <a:tabLst>
                <a:tab pos="53340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Isso também é bastante comum em bancos de dados, pois reduz o espaço utilizado e fica fácil de controlar na aplicação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EE573E7-AB6A-17D8-269F-FDAC42E6D7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927" y="345653"/>
            <a:ext cx="4396312" cy="568300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15A094C-53E6-D339-2554-1E1FFB236DD2}"/>
              </a:ext>
            </a:extLst>
          </p:cNvPr>
          <p:cNvSpPr/>
          <p:nvPr/>
        </p:nvSpPr>
        <p:spPr>
          <a:xfrm>
            <a:off x="7382495" y="3400461"/>
            <a:ext cx="3763925" cy="5847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83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074CE72-CF17-BAF2-5929-5341BDE6D863}"/>
              </a:ext>
            </a:extLst>
          </p:cNvPr>
          <p:cNvSpPr txBox="1"/>
          <p:nvPr/>
        </p:nvSpPr>
        <p:spPr>
          <a:xfrm>
            <a:off x="880700" y="1895611"/>
            <a:ext cx="10430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Existem duas maneiras de criar a tabela:</a:t>
            </a:r>
          </a:p>
          <a:p>
            <a:pPr marL="1828800" lvl="3" indent="-45720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primeira é executando diretamente o código SQL;</a:t>
            </a:r>
          </a:p>
          <a:p>
            <a:pPr marL="1828800" lvl="3" indent="-45720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segunda é usando a interface do 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PHPMyAdmin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Vou mostrar a primeira opção pois exige menos passos e, acredite, é mais simples depois que se aprende um pouco de </a:t>
            </a: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486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074CE72-CF17-BAF2-5929-5341BDE6D863}"/>
              </a:ext>
            </a:extLst>
          </p:cNvPr>
          <p:cNvSpPr txBox="1"/>
          <p:nvPr/>
        </p:nvSpPr>
        <p:spPr>
          <a:xfrm>
            <a:off x="1355510" y="2397948"/>
            <a:ext cx="885881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Usando o </a:t>
            </a:r>
            <a:r>
              <a:rPr lang="pt-BR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PHPMyAdmin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estando com o banco tarefas selecionado, clique na aba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você verá uma página com um campo para digitar comandos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819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074CE72-CF17-BAF2-5929-5341BDE6D863}"/>
              </a:ext>
            </a:extLst>
          </p:cNvPr>
          <p:cNvSpPr txBox="1"/>
          <p:nvPr/>
        </p:nvSpPr>
        <p:spPr>
          <a:xfrm>
            <a:off x="581101" y="851880"/>
            <a:ext cx="107230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página é parecida com esta: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166A33-123E-0BB5-76D8-2D207976FA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18" y="1456529"/>
            <a:ext cx="9911138" cy="4728028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E526B05-8937-805C-2F7D-FB2DF7FE5AC3}"/>
              </a:ext>
            </a:extLst>
          </p:cNvPr>
          <p:cNvSpPr/>
          <p:nvPr/>
        </p:nvSpPr>
        <p:spPr>
          <a:xfrm>
            <a:off x="5305646" y="2293482"/>
            <a:ext cx="1137683" cy="52322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F002F17-491D-CF4D-F4F6-DFA7ECC5C021}"/>
              </a:ext>
            </a:extLst>
          </p:cNvPr>
          <p:cNvSpPr/>
          <p:nvPr/>
        </p:nvSpPr>
        <p:spPr>
          <a:xfrm>
            <a:off x="4199860" y="3078311"/>
            <a:ext cx="6630195" cy="2323159"/>
          </a:xfrm>
          <a:prstGeom prst="roundRect">
            <a:avLst/>
          </a:prstGeom>
          <a:noFill/>
          <a:ln w="76200">
            <a:solidFill>
              <a:srgbClr val="33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592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9" grpId="0" animBg="1"/>
      <p:bldP spid="9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>
            <a:extLst>
              <a:ext uri="{FF2B5EF4-FFF2-40B4-BE49-F238E27FC236}">
                <a16:creationId xmlns:a16="http://schemas.microsoft.com/office/drawing/2014/main" id="{03535222-F23C-45EB-3357-1BBD9A0484B4}"/>
              </a:ext>
            </a:extLst>
          </p:cNvPr>
          <p:cNvSpPr txBox="1"/>
          <p:nvPr/>
        </p:nvSpPr>
        <p:spPr>
          <a:xfrm>
            <a:off x="816097" y="4987104"/>
            <a:ext cx="10488012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tabLst>
                <a:tab pos="542925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Digite este código no campo e clique no botão executar.</a:t>
            </a:r>
          </a:p>
          <a:p>
            <a:pPr algn="ctr">
              <a:tabLst>
                <a:tab pos="542925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Com isso, a tabela será criada e já conseguiremos manipular seus dados.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</a:t>
            </a:r>
            <a:r>
              <a:rPr kumimoji="0" lang="pt-BR" sz="32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CRIANDO A TABELAS</a:t>
            </a:r>
            <a:endParaRPr kumimoji="0" lang="pt-BR" sz="32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C7A2C05-7E5A-F43F-6249-D82BA58498A6}"/>
              </a:ext>
            </a:extLst>
          </p:cNvPr>
          <p:cNvSpPr txBox="1"/>
          <p:nvPr/>
        </p:nvSpPr>
        <p:spPr>
          <a:xfrm>
            <a:off x="658408" y="754173"/>
            <a:ext cx="104880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O código para a criação da tabela é este: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8E8C3AC-3615-07C8-3842-82CBBA8B0840}"/>
              </a:ext>
            </a:extLst>
          </p:cNvPr>
          <p:cNvSpPr txBox="1"/>
          <p:nvPr/>
        </p:nvSpPr>
        <p:spPr>
          <a:xfrm>
            <a:off x="816097" y="1309566"/>
            <a:ext cx="10488012" cy="35394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tarefas (</a:t>
            </a:r>
          </a:p>
          <a:p>
            <a:pPr lvl="2" algn="just">
              <a:tabLst>
                <a:tab pos="542925" algn="l"/>
              </a:tabLst>
            </a:pP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id 	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 AUTO_INCREMENT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>
                <a:solidFill>
                  <a:srgbClr val="E7428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2" algn="just">
              <a:tabLst>
                <a:tab pos="542925" algn="l"/>
              </a:tabLst>
            </a:pP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nome 	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>
                <a:solidFill>
                  <a:srgbClr val="E7428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t-BR" sz="2800" b="1" dirty="0">
                <a:solidFill>
                  <a:srgbClr val="E7428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</a:p>
          <a:p>
            <a:pPr lvl="2" algn="just">
              <a:tabLst>
                <a:tab pos="542925" algn="l"/>
              </a:tabLst>
            </a:pP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descrição 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2" algn="just">
              <a:tabLst>
                <a:tab pos="542925" algn="l"/>
              </a:tabLst>
            </a:pP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prazo 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2" algn="just">
              <a:tabLst>
                <a:tab pos="542925" algn="l"/>
              </a:tabLst>
            </a:pP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prioridade 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>
                <a:solidFill>
                  <a:srgbClr val="E7428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pPr lvl="2" algn="just">
              <a:tabLst>
                <a:tab pos="542925" algn="l"/>
              </a:tabLst>
            </a:pP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concluida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 algn="just">
              <a:tabLst>
                <a:tab pos="542925" algn="l"/>
              </a:tabLst>
            </a:pP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); </a:t>
            </a:r>
          </a:p>
        </p:txBody>
      </p:sp>
    </p:spTree>
    <p:extLst>
      <p:ext uri="{BB962C8B-B14F-4D97-AF65-F5344CB8AC3E}">
        <p14:creationId xmlns:p14="http://schemas.microsoft.com/office/powerpoint/2010/main" val="24336964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</a:t>
            </a: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CADASTRANDO E LENDO DADOS DA TABELAS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8F49FA1-D74A-C28D-F988-DF017DDEF78A}"/>
              </a:ext>
            </a:extLst>
          </p:cNvPr>
          <p:cNvSpPr txBox="1"/>
          <p:nvPr/>
        </p:nvSpPr>
        <p:spPr>
          <a:xfrm>
            <a:off x="805453" y="1751617"/>
            <a:ext cx="1058109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a tabela pronta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podemos treinar um pouco mais de SQL antes de fazer a in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tegração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com o PHP.</a:t>
            </a:r>
          </a:p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usar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adicionar dados na tabela.</a:t>
            </a:r>
          </a:p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comando usado para inserir os dados em uma tabela é 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INSERT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nele devemos informar quais são os campos que queremos preencher e seus valores.</a:t>
            </a:r>
          </a:p>
        </p:txBody>
      </p:sp>
    </p:spTree>
    <p:extLst>
      <p:ext uri="{BB962C8B-B14F-4D97-AF65-F5344CB8AC3E}">
        <p14:creationId xmlns:p14="http://schemas.microsoft.com/office/powerpoint/2010/main" val="17994451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</a:t>
            </a: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CADASTRANDO E LENDO DADOS DA TABELAS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8F49FA1-D74A-C28D-F988-DF017DDEF78A}"/>
              </a:ext>
            </a:extLst>
          </p:cNvPr>
          <p:cNvSpPr txBox="1"/>
          <p:nvPr/>
        </p:nvSpPr>
        <p:spPr>
          <a:xfrm>
            <a:off x="723014" y="1158143"/>
            <a:ext cx="1058109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Sempre que quisermos executar códigos </a:t>
            </a: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usando o 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PHPMyAdmin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basta acessarmos o banco e usar a aba </a:t>
            </a: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Agora veja um exemplo para inserir os dados de uma tarefa na tabela tarefas: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2D59E2A-7BD7-430E-CC80-7853FEA9DC7D}"/>
              </a:ext>
            </a:extLst>
          </p:cNvPr>
          <p:cNvSpPr txBox="1"/>
          <p:nvPr/>
        </p:nvSpPr>
        <p:spPr>
          <a:xfrm>
            <a:off x="723014" y="3175097"/>
            <a:ext cx="10896278" cy="200054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tarefas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(nome, </a:t>
            </a:r>
            <a:r>
              <a:rPr lang="pt-BR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descricao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prioridade)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pt-BR" sz="2800" b="1" dirty="0">
                <a:solidFill>
                  <a:srgbClr val="E7428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'Estudar PHP'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'Continuar meus estudos de PHP e MySQL'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28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pt-BR" sz="40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pt-BR" sz="2800" b="1" dirty="0">
              <a:solidFill>
                <a:srgbClr val="3333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963AD7-4B75-7BE3-FC5C-B1EB12BD91BE}"/>
              </a:ext>
            </a:extLst>
          </p:cNvPr>
          <p:cNvSpPr txBox="1"/>
          <p:nvPr/>
        </p:nvSpPr>
        <p:spPr>
          <a:xfrm>
            <a:off x="3451114" y="5375509"/>
            <a:ext cx="5124893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42925" algn="l"/>
              </a:tabLs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CLIQUE EM EXECUTAR!</a:t>
            </a:r>
          </a:p>
        </p:txBody>
      </p:sp>
    </p:spTree>
    <p:extLst>
      <p:ext uri="{BB962C8B-B14F-4D97-AF65-F5344CB8AC3E}">
        <p14:creationId xmlns:p14="http://schemas.microsoft.com/office/powerpoint/2010/main" val="5186570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</a:t>
            </a: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CADASTRANDO E LENDO DADOS DA TABELAS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8F49FA1-D74A-C28D-F988-DF017DDEF78A}"/>
              </a:ext>
            </a:extLst>
          </p:cNvPr>
          <p:cNvSpPr txBox="1"/>
          <p:nvPr/>
        </p:nvSpPr>
        <p:spPr>
          <a:xfrm>
            <a:off x="1190847" y="1407743"/>
            <a:ext cx="953289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Repare na estrutura do comando: nós estamos dizendo para o MySQL quais os campos que queremos preencher, que não são todos os campos da tabela.</a:t>
            </a:r>
          </a:p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Neste caso, os campos que não preenchermos, serão vazios.</a:t>
            </a:r>
          </a:p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Atenção, é muito importante manter a mesma sequência dos campos informados e seus valores.</a:t>
            </a:r>
          </a:p>
        </p:txBody>
      </p:sp>
    </p:spTree>
    <p:extLst>
      <p:ext uri="{BB962C8B-B14F-4D97-AF65-F5344CB8AC3E}">
        <p14:creationId xmlns:p14="http://schemas.microsoft.com/office/powerpoint/2010/main" val="203124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</a:t>
            </a: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CADASTRANDO E LENDO DADOS DA TABELAS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8F49FA1-D74A-C28D-F988-DF017DDEF78A}"/>
              </a:ext>
            </a:extLst>
          </p:cNvPr>
          <p:cNvSpPr txBox="1"/>
          <p:nvPr/>
        </p:nvSpPr>
        <p:spPr>
          <a:xfrm>
            <a:off x="805453" y="1154801"/>
            <a:ext cx="105810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Veja que estamos colocando a mesma sequência de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nome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descricao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prioridade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na lista de campos e também na lista de valores.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805453" y="2788422"/>
            <a:ext cx="105810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Agora, vamos selecionar os dados da tabela.</a:t>
            </a:r>
          </a:p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comando para selecionar os dados é o </a:t>
            </a:r>
            <a:r>
              <a:rPr lang="pt-BR" sz="3200" b="1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Coloque o comando na caixa de texto na aba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4C9BE8B-60A6-34C0-3D8A-07C7E8EA3673}"/>
              </a:ext>
            </a:extLst>
          </p:cNvPr>
          <p:cNvSpPr txBox="1"/>
          <p:nvPr/>
        </p:nvSpPr>
        <p:spPr>
          <a:xfrm>
            <a:off x="1808299" y="4570056"/>
            <a:ext cx="8575402" cy="7078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4000" b="1" i="0" dirty="0">
                <a:solidFill>
                  <a:srgbClr val="235A81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pt-BR" sz="4000" b="1" i="0" dirty="0">
                <a:solidFill>
                  <a:srgbClr val="444444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pt-BR" sz="4000" b="1" i="0" dirty="0">
                <a:solidFill>
                  <a:srgbClr val="FF00FF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pt-BR" sz="4000" b="1" i="0" dirty="0">
                <a:solidFill>
                  <a:srgbClr val="444444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pt-BR" sz="4000" b="1" i="0" dirty="0">
                <a:solidFill>
                  <a:srgbClr val="770088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4000" b="1" i="0" dirty="0">
                <a:solidFill>
                  <a:srgbClr val="444444"/>
                </a:solidFill>
                <a:effectLst/>
                <a:latin typeface="Courier New" panose="02070309020205020404" pitchFamily="49" charset="0"/>
              </a:rPr>
              <a:t> tarefas;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612496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</a:t>
            </a: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CADASTRANDO E LENDO DADOS DA TABELAS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966070" y="1549658"/>
            <a:ext cx="102598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Com isso o </a:t>
            </a:r>
            <a:r>
              <a:rPr lang="pt-BR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PHPMyAdmin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irá para uma nova página com o resultado da pesquisa, parecida com a imagem abaixo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B6F4AC9-CDEF-86B2-D733-3B56824DF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71" y="3571815"/>
            <a:ext cx="10259857" cy="150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10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5. FILTRANDO OS RESULTADOS DO SELECT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966071" y="1307581"/>
            <a:ext cx="102598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Usando 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SELECT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podemos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filtrar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busca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por exemplo, se quisermos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exibir as tarefas com a prioridade 1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faremos o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assim: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22B327B-D382-6A23-1B85-68F8527D76DC}"/>
              </a:ext>
            </a:extLst>
          </p:cNvPr>
          <p:cNvSpPr txBox="1"/>
          <p:nvPr/>
        </p:nvSpPr>
        <p:spPr>
          <a:xfrm>
            <a:off x="966070" y="3470051"/>
            <a:ext cx="10259857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nome,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descricao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, prioridade </a:t>
            </a:r>
          </a:p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		tarefas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E742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prioridade = </a:t>
            </a:r>
            <a:r>
              <a:rPr lang="pt-BR" sz="3200" b="1" dirty="0">
                <a:solidFill>
                  <a:srgbClr val="E742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682132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5. FILTRANDO OS RESULTADOS DO SELECT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966071" y="1473016"/>
            <a:ext cx="102598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resultado deve ser algo similar a isso: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043A3AA-944F-F701-4E39-929D27FF5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498" y="2594810"/>
            <a:ext cx="10298430" cy="15696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6B404AC4-2754-C642-62F3-82D01487B6FC}"/>
              </a:ext>
            </a:extLst>
          </p:cNvPr>
          <p:cNvSpPr txBox="1"/>
          <p:nvPr/>
        </p:nvSpPr>
        <p:spPr>
          <a:xfrm>
            <a:off x="3027189" y="4632110"/>
            <a:ext cx="609904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Resultado do SELECT filtrando com a prioridade 1</a:t>
            </a:r>
          </a:p>
        </p:txBody>
      </p:sp>
    </p:spTree>
    <p:extLst>
      <p:ext uri="{BB962C8B-B14F-4D97-AF65-F5344CB8AC3E}">
        <p14:creationId xmlns:p14="http://schemas.microsoft.com/office/powerpoint/2010/main" val="22892000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5. FILTRANDO OS RESULTADOS DO SELECT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966070" y="1621172"/>
            <a:ext cx="102598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Também podemos filtrar por um texto que esteja dentro de outro texto, para isso usamos a instrução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LIKE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22B327B-D382-6A23-1B85-68F8527D76DC}"/>
              </a:ext>
            </a:extLst>
          </p:cNvPr>
          <p:cNvSpPr txBox="1"/>
          <p:nvPr/>
        </p:nvSpPr>
        <p:spPr>
          <a:xfrm>
            <a:off x="966070" y="3470051"/>
            <a:ext cx="10259857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nome,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descricao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, prioridade </a:t>
            </a:r>
          </a:p>
          <a:p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tarefas </a:t>
            </a:r>
            <a:r>
              <a:rPr lang="pt-BR" sz="3200" b="1" dirty="0">
                <a:solidFill>
                  <a:srgbClr val="E742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LIKE </a:t>
            </a: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'%php%'</a:t>
            </a:r>
          </a:p>
        </p:txBody>
      </p:sp>
    </p:spTree>
    <p:extLst>
      <p:ext uri="{BB962C8B-B14F-4D97-AF65-F5344CB8AC3E}">
        <p14:creationId xmlns:p14="http://schemas.microsoft.com/office/powerpoint/2010/main" val="42292458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5. FILTRANDO OS RESULTADOS DO SELECT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966071" y="1473016"/>
            <a:ext cx="102598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resultado deve ser algo similar a isso: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B404AC4-2754-C642-62F3-82D01487B6FC}"/>
              </a:ext>
            </a:extLst>
          </p:cNvPr>
          <p:cNvSpPr txBox="1"/>
          <p:nvPr/>
        </p:nvSpPr>
        <p:spPr>
          <a:xfrm>
            <a:off x="3087403" y="4613773"/>
            <a:ext cx="6099048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Resultado do SELECT filtrando com LIKE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15042B5-8E67-4E62-77EE-B92D67300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745" y="2621449"/>
            <a:ext cx="10334364" cy="15063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55447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5. FILTRANDO OS RESULTADOS DO SELECT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966071" y="1337163"/>
            <a:ext cx="1025985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LIKE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aceita o uso daqueles sinais de porcentagem. Eles servem para dizer algo como:</a:t>
            </a:r>
          </a:p>
          <a:p>
            <a:pPr marL="457200" indent="-457200" algn="just">
              <a:buFont typeface="Wingdings" panose="05000000000000000000" pitchFamily="2" charset="2"/>
              <a:buChar char="Ø"/>
              <a:tabLst>
                <a:tab pos="542925" algn="l"/>
              </a:tabLst>
            </a:pP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Procure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qualquer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coisa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seguido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seguido de qualquer coisa.</a:t>
            </a:r>
          </a:p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Então, se a nossa pesquisa fosse assim: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22B327B-D382-6A23-1B85-68F8527D76DC}"/>
              </a:ext>
            </a:extLst>
          </p:cNvPr>
          <p:cNvSpPr txBox="1"/>
          <p:nvPr/>
        </p:nvSpPr>
        <p:spPr>
          <a:xfrm>
            <a:off x="886563" y="4206320"/>
            <a:ext cx="10259857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nome,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descricao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, prioridade </a:t>
            </a:r>
          </a:p>
          <a:p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tarefas </a:t>
            </a:r>
            <a:r>
              <a:rPr lang="pt-BR" sz="3200" b="1" dirty="0">
                <a:solidFill>
                  <a:srgbClr val="E742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pt-BR" sz="32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LIKE </a:t>
            </a: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pt-BR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5649154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5. FILTRANDO OS RESULTADOS DO SELECT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0331A45-1879-68A4-3C25-89C2E5830B5C}"/>
              </a:ext>
            </a:extLst>
          </p:cNvPr>
          <p:cNvSpPr txBox="1"/>
          <p:nvPr/>
        </p:nvSpPr>
        <p:spPr>
          <a:xfrm>
            <a:off x="1097761" y="1245702"/>
            <a:ext cx="103343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Ela não teria resultados. Consegue entender o motivo? Se pensar um pouco fica simples.</a:t>
            </a:r>
          </a:p>
          <a:p>
            <a:pPr algn="just"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Neste caso, ele pesquisa resultados nos quais 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campo </a:t>
            </a:r>
            <a:r>
              <a:rPr lang="pt-BR" sz="28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u="sng" dirty="0">
                <a:latin typeface="Arial" panose="020B0604020202020204" pitchFamily="34" charset="0"/>
                <a:cs typeface="Arial" panose="020B0604020202020204" pitchFamily="34" charset="0"/>
              </a:rPr>
              <a:t>seja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u="sng" dirty="0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u="sng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 textos antes ou depois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tabLst>
                <a:tab pos="542925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Também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podemos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usar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porcentagem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apenas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antes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apenas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depois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texto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4021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5. FILTRANDO OS RESULTADOS DO SELECT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1006998" y="1303815"/>
            <a:ext cx="102598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resultado deve ser algo similar a isso: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E3E689D-8FF1-46A5-2683-F4EE0CB1D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761" y="2306030"/>
            <a:ext cx="10334364" cy="1498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39868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6</a:t>
            </a: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RESUMO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695930" y="1767284"/>
            <a:ext cx="10259857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Nesta aula usamos a linguagem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manipular dados em um banco de dados MySQL.</a:t>
            </a:r>
          </a:p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MySQL pode ser instalado à parte, ou junto com o pacote do XAMPP.</a:t>
            </a:r>
          </a:p>
          <a:p>
            <a:pPr algn="just">
              <a:spcBef>
                <a:spcPts val="1200"/>
              </a:spcBef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Usamos também o PHP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MyAdmin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 como ferramenta para acessar o banco através do navegador.</a:t>
            </a:r>
          </a:p>
        </p:txBody>
      </p:sp>
    </p:spTree>
    <p:extLst>
      <p:ext uri="{BB962C8B-B14F-4D97-AF65-F5344CB8AC3E}">
        <p14:creationId xmlns:p14="http://schemas.microsoft.com/office/powerpoint/2010/main" val="19385599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14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5CA8"/>
                </a:solidFill>
                <a:effectLst/>
                <a:uLnTx/>
                <a:uFillTx/>
                <a:latin typeface="Branding Black" panose="00000A00000000000000" pitchFamily="50" charset="0"/>
                <a:ea typeface="+mn-ea"/>
                <a:cs typeface="+mn-cs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C0D3A-C416-7EF3-0D18-FD9B7F7F0A45}"/>
              </a:ext>
            </a:extLst>
          </p:cNvPr>
          <p:cNvSpPr txBox="1"/>
          <p:nvPr/>
        </p:nvSpPr>
        <p:spPr>
          <a:xfrm>
            <a:off x="423412" y="219921"/>
            <a:ext cx="1072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6</a:t>
            </a:r>
            <a:r>
              <a:rPr kumimoji="0" lang="pt-BR" sz="28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. RESUMO</a:t>
            </a:r>
            <a:endParaRPr kumimoji="0" lang="pt-BR" sz="2800" b="1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2C87D6-25F2-175F-545E-83BC526B81B2}"/>
              </a:ext>
            </a:extLst>
          </p:cNvPr>
          <p:cNvSpPr txBox="1"/>
          <p:nvPr/>
        </p:nvSpPr>
        <p:spPr>
          <a:xfrm>
            <a:off x="1580353" y="2311110"/>
            <a:ext cx="93754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algn="just">
              <a:buFont typeface="Wingdings" panose="05000000000000000000" pitchFamily="2" charset="2"/>
              <a:buChar char="Ø"/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CREATE TABLE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para criar uma tabela;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INSERT INTO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para cadastrar dados em uma tabela;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SELECT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buscar os dados da tabela e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Também filtramos os resultados do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SELECT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usando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WHERE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LIKE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31B471C-1AEB-E29C-30D4-B4CB453819CE}"/>
              </a:ext>
            </a:extLst>
          </p:cNvPr>
          <p:cNvSpPr txBox="1"/>
          <p:nvPr/>
        </p:nvSpPr>
        <p:spPr>
          <a:xfrm>
            <a:off x="695930" y="1041485"/>
            <a:ext cx="102598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42925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manipular o banco de dados usamos a instrução:</a:t>
            </a:r>
          </a:p>
        </p:txBody>
      </p:sp>
    </p:spTree>
    <p:extLst>
      <p:ext uri="{BB962C8B-B14F-4D97-AF65-F5344CB8AC3E}">
        <p14:creationId xmlns:p14="http://schemas.microsoft.com/office/powerpoint/2010/main" val="112578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D491C7-3E5B-1972-3BC9-D309F597E1B7}"/>
              </a:ext>
            </a:extLst>
          </p:cNvPr>
          <p:cNvSpPr txBox="1"/>
          <p:nvPr/>
        </p:nvSpPr>
        <p:spPr>
          <a:xfrm>
            <a:off x="739531" y="1144817"/>
            <a:ext cx="108599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BENTO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Evaldo Junior, Desenvolvimento WEB com PHP e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Editora Casa do Código, 2ª Edição, 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7FFD23A-32E5-1444-161F-6B79F3A46D24}"/>
              </a:ext>
            </a:extLst>
          </p:cNvPr>
          <p:cNvSpPr txBox="1"/>
          <p:nvPr/>
        </p:nvSpPr>
        <p:spPr>
          <a:xfrm>
            <a:off x="423412" y="203482"/>
            <a:ext cx="1077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7 – REFERENCIAS</a:t>
            </a:r>
            <a:endParaRPr lang="pt-BR" sz="32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1069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DABC419-57D1-DC08-DEDD-10F41CB6B7FD}"/>
              </a:ext>
            </a:extLst>
          </p:cNvPr>
          <p:cNvSpPr txBox="1"/>
          <p:nvPr/>
        </p:nvSpPr>
        <p:spPr>
          <a:xfrm>
            <a:off x="666044" y="1898768"/>
            <a:ext cx="1085991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FIM.</a:t>
            </a:r>
          </a:p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OBRIGADO.</a:t>
            </a:r>
          </a:p>
        </p:txBody>
      </p:sp>
    </p:spTree>
    <p:extLst>
      <p:ext uri="{BB962C8B-B14F-4D97-AF65-F5344CB8AC3E}">
        <p14:creationId xmlns:p14="http://schemas.microsoft.com/office/powerpoint/2010/main" val="18544453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5f2b4c-ceff-48b8-acfd-b6c7cb4e26ae" xsi:nil="true"/>
    <lcf76f155ced4ddcb4097134ff3c332f xmlns="230e2427-5d80-4bd2-a9ba-53805cfde8a4">
      <Terms xmlns="http://schemas.microsoft.com/office/infopath/2007/PartnerControls"/>
    </lcf76f155ced4ddcb4097134ff3c332f>
    <SharedWithUsers xmlns="cf5f2b4c-ceff-48b8-acfd-b6c7cb4e26ae">
      <UserInfo>
        <DisplayName>Marcos Paulo Carvalho De Oliveira</DisplayName>
        <AccountId>9264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014CAD5C0D95047AD87A6CEF9A0ED6F" ma:contentTypeVersion="11" ma:contentTypeDescription="Crie um novo documento." ma:contentTypeScope="" ma:versionID="0eaeb304f0019e33f865282dd94b7faa">
  <xsd:schema xmlns:xsd="http://www.w3.org/2001/XMLSchema" xmlns:xs="http://www.w3.org/2001/XMLSchema" xmlns:p="http://schemas.microsoft.com/office/2006/metadata/properties" xmlns:ns2="230e2427-5d80-4bd2-a9ba-53805cfde8a4" xmlns:ns3="cf5f2b4c-ceff-48b8-acfd-b6c7cb4e26ae" targetNamespace="http://schemas.microsoft.com/office/2006/metadata/properties" ma:root="true" ma:fieldsID="9583cfaf6218e9ef312e531a09f9933a" ns2:_="" ns3:_="">
    <xsd:import namespace="230e2427-5d80-4bd2-a9ba-53805cfde8a4"/>
    <xsd:import namespace="cf5f2b4c-ceff-48b8-acfd-b6c7cb4e26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2427-5d80-4bd2-a9ba-53805cfde8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184c8c62-af11-4a97-95e1-881613c396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5f2b4c-ceff-48b8-acfd-b6c7cb4e26a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Coluna Global de Taxonomia" ma:hidden="true" ma:list="{1a311de7-e6e4-47ae-b214-720c4e04d295}" ma:internalName="TaxCatchAll" ma:showField="CatchAllData" ma:web="cf5f2b4c-ceff-48b8-acfd-b6c7cb4e26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5A2D76-B89D-43D9-81CC-F73DB603259F}">
  <ds:schemaRefs>
    <ds:schemaRef ds:uri="http://schemas.microsoft.com/office/2006/metadata/properties"/>
    <ds:schemaRef ds:uri="http://schemas.microsoft.com/office/infopath/2007/PartnerControls"/>
    <ds:schemaRef ds:uri="cf5f2b4c-ceff-48b8-acfd-b6c7cb4e26ae"/>
    <ds:schemaRef ds:uri="230e2427-5d80-4bd2-a9ba-53805cfde8a4"/>
    <ds:schemaRef ds:uri="1ca3a96b-b23d-4c07-a046-fd4d14ce6620"/>
    <ds:schemaRef ds:uri="a8a82409-9548-47b3-a351-d7495594f3c8"/>
    <ds:schemaRef ds:uri="10066eb3-b94a-427c-b89d-d16a460a60fc"/>
  </ds:schemaRefs>
</ds:datastoreItem>
</file>

<file path=customXml/itemProps2.xml><?xml version="1.0" encoding="utf-8"?>
<ds:datastoreItem xmlns:ds="http://schemas.openxmlformats.org/officeDocument/2006/customXml" ds:itemID="{CDCD03E9-41C4-42C6-A5E8-47AC9D6E1F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0e2427-5d80-4bd2-a9ba-53805cfde8a4"/>
    <ds:schemaRef ds:uri="cf5f2b4c-ceff-48b8-acfd-b6c7cb4e26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4C6406-39F0-4F36-B3D7-F12E598C19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10373</TotalTime>
  <Words>4283</Words>
  <Application>Microsoft Office PowerPoint</Application>
  <PresentationFormat>Widescreen</PresentationFormat>
  <Paragraphs>449</Paragraphs>
  <Slides>79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79</vt:i4>
      </vt:variant>
    </vt:vector>
  </HeadingPairs>
  <TitlesOfParts>
    <vt:vector size="89" baseType="lpstr">
      <vt:lpstr>Branding Black</vt:lpstr>
      <vt:lpstr>Calibri</vt:lpstr>
      <vt:lpstr>Aharoni</vt:lpstr>
      <vt:lpstr>Courier New</vt:lpstr>
      <vt:lpstr>Aptos Black</vt:lpstr>
      <vt:lpstr>Arial Black</vt:lpstr>
      <vt:lpstr>Wingdings</vt:lpstr>
      <vt:lpstr>Calibri Light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Senai</dc:title>
  <dc:creator>Sergio Luiz Da Silveira</dc:creator>
  <cp:lastModifiedBy>Sergio Luiz da Silveira</cp:lastModifiedBy>
  <cp:revision>514</cp:revision>
  <dcterms:created xsi:type="dcterms:W3CDTF">2022-03-17T13:16:59Z</dcterms:created>
  <dcterms:modified xsi:type="dcterms:W3CDTF">2025-07-18T22:52:07Z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0x0101003014CAD5C0D95047AD87A6CEF9A0ED6F</vt:lpwstr>
  </property>
  <property fmtid="{D5CDD505-2E9C-101B-9397-08002B2CF9AE}" pid="3" name="MediaServiceImageTags">
    <vt:lpwstr/>
  </property>
</Properties>
</file>