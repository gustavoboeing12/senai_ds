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65"/>
  </p:notesMasterIdLst>
  <p:sldIdLst>
    <p:sldId id="256" r:id="rId5"/>
    <p:sldId id="520" r:id="rId6"/>
    <p:sldId id="521" r:id="rId7"/>
    <p:sldId id="741" r:id="rId8"/>
    <p:sldId id="551" r:id="rId9"/>
    <p:sldId id="743" r:id="rId10"/>
    <p:sldId id="744" r:id="rId11"/>
    <p:sldId id="745" r:id="rId12"/>
    <p:sldId id="746" r:id="rId13"/>
    <p:sldId id="747" r:id="rId14"/>
    <p:sldId id="748" r:id="rId15"/>
    <p:sldId id="749" r:id="rId16"/>
    <p:sldId id="750" r:id="rId17"/>
    <p:sldId id="751" r:id="rId18"/>
    <p:sldId id="752" r:id="rId19"/>
    <p:sldId id="753" r:id="rId20"/>
    <p:sldId id="754" r:id="rId21"/>
    <p:sldId id="755" r:id="rId22"/>
    <p:sldId id="756" r:id="rId23"/>
    <p:sldId id="757" r:id="rId24"/>
    <p:sldId id="758" r:id="rId25"/>
    <p:sldId id="759" r:id="rId26"/>
    <p:sldId id="760" r:id="rId27"/>
    <p:sldId id="762" r:id="rId28"/>
    <p:sldId id="763" r:id="rId29"/>
    <p:sldId id="761" r:id="rId30"/>
    <p:sldId id="764" r:id="rId31"/>
    <p:sldId id="765" r:id="rId32"/>
    <p:sldId id="766" r:id="rId33"/>
    <p:sldId id="767" r:id="rId34"/>
    <p:sldId id="768" r:id="rId35"/>
    <p:sldId id="769" r:id="rId36"/>
    <p:sldId id="770" r:id="rId37"/>
    <p:sldId id="771" r:id="rId38"/>
    <p:sldId id="772" r:id="rId39"/>
    <p:sldId id="773" r:id="rId40"/>
    <p:sldId id="774" r:id="rId41"/>
    <p:sldId id="775" r:id="rId42"/>
    <p:sldId id="776" r:id="rId43"/>
    <p:sldId id="777" r:id="rId44"/>
    <p:sldId id="742" r:id="rId45"/>
    <p:sldId id="778" r:id="rId46"/>
    <p:sldId id="779" r:id="rId47"/>
    <p:sldId id="781" r:id="rId48"/>
    <p:sldId id="780" r:id="rId49"/>
    <p:sldId id="782" r:id="rId50"/>
    <p:sldId id="786" r:id="rId51"/>
    <p:sldId id="783" r:id="rId52"/>
    <p:sldId id="787" r:id="rId53"/>
    <p:sldId id="789" r:id="rId54"/>
    <p:sldId id="790" r:id="rId55"/>
    <p:sldId id="785" r:id="rId56"/>
    <p:sldId id="794" r:id="rId57"/>
    <p:sldId id="791" r:id="rId58"/>
    <p:sldId id="792" r:id="rId59"/>
    <p:sldId id="795" r:id="rId60"/>
    <p:sldId id="796" r:id="rId61"/>
    <p:sldId id="793" r:id="rId62"/>
    <p:sldId id="533" r:id="rId63"/>
    <p:sldId id="548" r:id="rId64"/>
  </p:sldIdLst>
  <p:sldSz cx="12192000" cy="6858000"/>
  <p:notesSz cx="6858000" cy="9144000"/>
  <p:embeddedFontLst>
    <p:embeddedFont>
      <p:font typeface="Aharoni" panose="02010803020104030203" pitchFamily="2" charset="-79"/>
      <p:bold r:id="rId66"/>
    </p:embeddedFont>
    <p:embeddedFont>
      <p:font typeface="Arial Black" panose="020B0A04020102020204" pitchFamily="34" charset="0"/>
      <p:bold r:id="rId67"/>
    </p:embeddedFont>
    <p:embeddedFont>
      <p:font typeface="Branding Black" panose="00000A00000000000000" charset="0"/>
      <p:bold r:id="rId6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E7428F"/>
    <a:srgbClr val="FF00FF"/>
    <a:srgbClr val="FEFCF5"/>
    <a:srgbClr val="00FF99"/>
    <a:srgbClr val="FFCCFF"/>
    <a:srgbClr val="0000CC"/>
    <a:srgbClr val="CC00FF"/>
    <a:srgbClr val="005CA8"/>
    <a:srgbClr val="14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F21AD-6F4F-41F7-8CB9-ADFA948295D1}" v="40" dt="2022-12-21T03:13:5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93725" autoAdjust="0"/>
  </p:normalViewPr>
  <p:slideViewPr>
    <p:cSldViewPr snapToGrid="0">
      <p:cViewPr varScale="1">
        <p:scale>
          <a:sx n="74" d="100"/>
          <a:sy n="74" d="100"/>
        </p:scale>
        <p:origin x="658" y="43"/>
      </p:cViewPr>
      <p:guideLst/>
    </p:cSldViewPr>
  </p:slideViewPr>
  <p:outlineViewPr>
    <p:cViewPr>
      <p:scale>
        <a:sx n="33" d="100"/>
        <a:sy n="33" d="100"/>
      </p:scale>
      <p:origin x="0" y="-4598"/>
    </p:cViewPr>
  </p:outlin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1.fntdata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onio Ferreira Stockler" userId="007d2b78-cea3-4ca4-898e-8086f6fb2937" providerId="ADAL" clId="{76D60CAD-22AB-47A5-B966-96DED5CEEB88}"/>
    <pc:docChg chg="undo custSel modSld">
      <pc:chgData name="Marco Antonio Ferreira Stockler" userId="007d2b78-cea3-4ca4-898e-8086f6fb2937" providerId="ADAL" clId="{76D60CAD-22AB-47A5-B966-96DED5CEEB88}" dt="2022-11-14T14:05:17.131" v="123"/>
      <pc:docMkLst>
        <pc:docMk/>
      </pc:docMkLst>
      <pc:sldChg chg="addSp delSp modSp mod">
        <pc:chgData name="Marco Antonio Ferreira Stockler" userId="007d2b78-cea3-4ca4-898e-8086f6fb2937" providerId="ADAL" clId="{76D60CAD-22AB-47A5-B966-96DED5CEEB88}" dt="2022-11-14T13:56:43.463" v="37" actId="478"/>
        <pc:sldMkLst>
          <pc:docMk/>
          <pc:sldMk cId="2374493732" sldId="256"/>
        </pc:sldMkLst>
        <pc:spChg chg="add del mod">
          <ac:chgData name="Marco Antonio Ferreira Stockler" userId="007d2b78-cea3-4ca4-898e-8086f6fb2937" providerId="ADAL" clId="{76D60CAD-22AB-47A5-B966-96DED5CEEB88}" dt="2022-11-14T13:56:43.463" v="37" actId="478"/>
          <ac:spMkLst>
            <pc:docMk/>
            <pc:sldMk cId="2374493732" sldId="256"/>
            <ac:spMk id="8" creationId="{58428B4F-F291-AD86-12B1-8A14F09C025E}"/>
          </ac:spMkLst>
        </pc:spChg>
        <pc:picChg chg="add mod">
          <ac:chgData name="Marco Antonio Ferreira Stockler" userId="007d2b78-cea3-4ca4-898e-8086f6fb2937" providerId="ADAL" clId="{76D60CAD-22AB-47A5-B966-96DED5CEEB88}" dt="2022-11-14T13:54:57.530" v="11" actId="1076"/>
          <ac:picMkLst>
            <pc:docMk/>
            <pc:sldMk cId="2374493732" sldId="256"/>
            <ac:picMk id="3" creationId="{4EDCE49E-B481-38AE-229F-A039C58589FF}"/>
          </ac:picMkLst>
        </pc:picChg>
        <pc:picChg chg="mod">
          <ac:chgData name="Marco Antonio Ferreira Stockler" userId="007d2b78-cea3-4ca4-898e-8086f6fb2937" providerId="ADAL" clId="{76D60CAD-22AB-47A5-B966-96DED5CEEB88}" dt="2022-11-14T13:56:00.520" v="26" actId="1076"/>
          <ac:picMkLst>
            <pc:docMk/>
            <pc:sldMk cId="2374493732" sldId="256"/>
            <ac:picMk id="5" creationId="{8C6A0833-91DC-45B9-A758-824340ACCF6F}"/>
          </ac:picMkLst>
        </pc:picChg>
        <pc:picChg chg="del">
          <ac:chgData name="Marco Antonio Ferreira Stockler" userId="007d2b78-cea3-4ca4-898e-8086f6fb2937" providerId="ADAL" clId="{76D60CAD-22AB-47A5-B966-96DED5CEEB88}" dt="2022-11-14T13:54:43.893" v="7" actId="478"/>
          <ac:picMkLst>
            <pc:docMk/>
            <pc:sldMk cId="2374493732" sldId="256"/>
            <ac:picMk id="6" creationId="{774513E6-568E-65DD-C099-0F264BF0DC22}"/>
          </ac:picMkLst>
        </pc:picChg>
        <pc:picChg chg="add mod">
          <ac:chgData name="Marco Antonio Ferreira Stockler" userId="007d2b78-cea3-4ca4-898e-8086f6fb2937" providerId="ADAL" clId="{76D60CAD-22AB-47A5-B966-96DED5CEEB88}" dt="2022-11-14T13:56:40.708" v="35" actId="1076"/>
          <ac:picMkLst>
            <pc:docMk/>
            <pc:sldMk cId="2374493732" sldId="256"/>
            <ac:picMk id="7" creationId="{CD3E725A-7D3A-24D9-67B8-CA78283370A2}"/>
          </ac:picMkLst>
        </pc:picChg>
        <pc:picChg chg="mod">
          <ac:chgData name="Marco Antonio Ferreira Stockler" userId="007d2b78-cea3-4ca4-898e-8086f6fb2937" providerId="ADAL" clId="{76D60CAD-22AB-47A5-B966-96DED5CEEB88}" dt="2022-11-14T13:55:02.465" v="12" actId="1076"/>
          <ac:picMkLst>
            <pc:docMk/>
            <pc:sldMk cId="2374493732" sldId="256"/>
            <ac:picMk id="25" creationId="{99259C4F-44DB-4F28-B050-2EE4A3DB24D1}"/>
          </ac:picMkLst>
        </pc:picChg>
        <pc:picChg chg="del">
          <ac:chgData name="Marco Antonio Ferreira Stockler" userId="007d2b78-cea3-4ca4-898e-8086f6fb2937" providerId="ADAL" clId="{76D60CAD-22AB-47A5-B966-96DED5CEEB88}" dt="2022-11-14T13:55:58.143" v="24" actId="478"/>
          <ac:picMkLst>
            <pc:docMk/>
            <pc:sldMk cId="2374493732" sldId="256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26.979" v="59" actId="1076"/>
        <pc:sldMkLst>
          <pc:docMk/>
          <pc:sldMk cId="4130568784" sldId="258"/>
        </pc:sldMkLst>
        <pc:picChg chg="add mod">
          <ac:chgData name="Marco Antonio Ferreira Stockler" userId="007d2b78-cea3-4ca4-898e-8086f6fb2937" providerId="ADAL" clId="{76D60CAD-22AB-47A5-B966-96DED5CEEB88}" dt="2022-11-14T14:02:26.979" v="59" actId="1076"/>
          <ac:picMkLst>
            <pc:docMk/>
            <pc:sldMk cId="4130568784" sldId="258"/>
            <ac:picMk id="2" creationId="{C44CE734-CD01-FC0A-6D54-8DCF9D63EE2D}"/>
          </ac:picMkLst>
        </pc:picChg>
        <pc:picChg chg="del">
          <ac:chgData name="Marco Antonio Ferreira Stockler" userId="007d2b78-cea3-4ca4-898e-8086f6fb2937" providerId="ADAL" clId="{76D60CAD-22AB-47A5-B966-96DED5CEEB88}" dt="2022-11-14T14:02:22.482" v="58" actId="478"/>
          <ac:picMkLst>
            <pc:docMk/>
            <pc:sldMk cId="4130568784" sldId="25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0.022" v="63"/>
        <pc:sldMkLst>
          <pc:docMk/>
          <pc:sldMk cId="472279244" sldId="259"/>
        </pc:sldMkLst>
        <pc:picChg chg="add mod">
          <ac:chgData name="Marco Antonio Ferreira Stockler" userId="007d2b78-cea3-4ca4-898e-8086f6fb2937" providerId="ADAL" clId="{76D60CAD-22AB-47A5-B966-96DED5CEEB88}" dt="2022-11-14T14:02:40.022" v="63"/>
          <ac:picMkLst>
            <pc:docMk/>
            <pc:sldMk cId="472279244" sldId="259"/>
            <ac:picMk id="2" creationId="{E1662D9C-42B1-4587-0818-D5A66A4B6B9D}"/>
          </ac:picMkLst>
        </pc:picChg>
        <pc:picChg chg="del">
          <ac:chgData name="Marco Antonio Ferreira Stockler" userId="007d2b78-cea3-4ca4-898e-8086f6fb2937" providerId="ADAL" clId="{76D60CAD-22AB-47A5-B966-96DED5CEEB88}" dt="2022-11-14T14:02:39.170" v="62" actId="478"/>
          <ac:picMkLst>
            <pc:docMk/>
            <pc:sldMk cId="472279244" sldId="259"/>
            <ac:picMk id="25" creationId="{53318D9E-25C7-44FE-9EF2-2327179961E2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34.482" v="61"/>
        <pc:sldMkLst>
          <pc:docMk/>
          <pc:sldMk cId="570358810" sldId="260"/>
        </pc:sldMkLst>
        <pc:picChg chg="add mod">
          <ac:chgData name="Marco Antonio Ferreira Stockler" userId="007d2b78-cea3-4ca4-898e-8086f6fb2937" providerId="ADAL" clId="{76D60CAD-22AB-47A5-B966-96DED5CEEB88}" dt="2022-11-14T14:02:34.482" v="61"/>
          <ac:picMkLst>
            <pc:docMk/>
            <pc:sldMk cId="570358810" sldId="260"/>
            <ac:picMk id="2" creationId="{012EE948-FC63-F9F8-51E8-E615E493A538}"/>
          </ac:picMkLst>
        </pc:picChg>
        <pc:picChg chg="del">
          <ac:chgData name="Marco Antonio Ferreira Stockler" userId="007d2b78-cea3-4ca4-898e-8086f6fb2937" providerId="ADAL" clId="{76D60CAD-22AB-47A5-B966-96DED5CEEB88}" dt="2022-11-14T14:02:33.672" v="60" actId="478"/>
          <ac:picMkLst>
            <pc:docMk/>
            <pc:sldMk cId="570358810" sldId="260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4.882" v="65"/>
        <pc:sldMkLst>
          <pc:docMk/>
          <pc:sldMk cId="1598346414" sldId="261"/>
        </pc:sldMkLst>
        <pc:picChg chg="add mod">
          <ac:chgData name="Marco Antonio Ferreira Stockler" userId="007d2b78-cea3-4ca4-898e-8086f6fb2937" providerId="ADAL" clId="{76D60CAD-22AB-47A5-B966-96DED5CEEB88}" dt="2022-11-14T14:02:44.882" v="65"/>
          <ac:picMkLst>
            <pc:docMk/>
            <pc:sldMk cId="1598346414" sldId="261"/>
            <ac:picMk id="2" creationId="{A7544508-EB0C-99BF-D804-40BA830C38E4}"/>
          </ac:picMkLst>
        </pc:picChg>
        <pc:picChg chg="del">
          <ac:chgData name="Marco Antonio Ferreira Stockler" userId="007d2b78-cea3-4ca4-898e-8086f6fb2937" providerId="ADAL" clId="{76D60CAD-22AB-47A5-B966-96DED5CEEB88}" dt="2022-11-14T14:02:44.082" v="64" actId="478"/>
          <ac:picMkLst>
            <pc:docMk/>
            <pc:sldMk cId="1598346414" sldId="261"/>
            <ac:picMk id="20" creationId="{4F913892-DF2D-4178-A378-BB5A2D337E3F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0.132" v="81"/>
        <pc:sldMkLst>
          <pc:docMk/>
          <pc:sldMk cId="3025421287" sldId="263"/>
        </pc:sldMkLst>
        <pc:picChg chg="add mod">
          <ac:chgData name="Marco Antonio Ferreira Stockler" userId="007d2b78-cea3-4ca4-898e-8086f6fb2937" providerId="ADAL" clId="{76D60CAD-22AB-47A5-B966-96DED5CEEB88}" dt="2022-11-14T14:03:30.132" v="81"/>
          <ac:picMkLst>
            <pc:docMk/>
            <pc:sldMk cId="3025421287" sldId="263"/>
            <ac:picMk id="2" creationId="{366E73F8-F885-DEDF-63F5-20FC1C5EF39F}"/>
          </ac:picMkLst>
        </pc:picChg>
        <pc:picChg chg="del">
          <ac:chgData name="Marco Antonio Ferreira Stockler" userId="007d2b78-cea3-4ca4-898e-8086f6fb2937" providerId="ADAL" clId="{76D60CAD-22AB-47A5-B966-96DED5CEEB88}" dt="2022-11-14T14:03:29.362" v="80" actId="478"/>
          <ac:picMkLst>
            <pc:docMk/>
            <pc:sldMk cId="3025421287" sldId="263"/>
            <ac:picMk id="37" creationId="{95FB1322-4962-4312-A295-F3CC1513DFD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3.706" v="69"/>
        <pc:sldMkLst>
          <pc:docMk/>
          <pc:sldMk cId="2128335644" sldId="264"/>
        </pc:sldMkLst>
        <pc:picChg chg="add mod">
          <ac:chgData name="Marco Antonio Ferreira Stockler" userId="007d2b78-cea3-4ca4-898e-8086f6fb2937" providerId="ADAL" clId="{76D60CAD-22AB-47A5-B966-96DED5CEEB88}" dt="2022-11-14T14:02:53.706" v="69"/>
          <ac:picMkLst>
            <pc:docMk/>
            <pc:sldMk cId="2128335644" sldId="264"/>
            <ac:picMk id="2" creationId="{85F8A5B5-8436-5164-3EE9-B8EFE7CE9F0A}"/>
          </ac:picMkLst>
        </pc:picChg>
        <pc:picChg chg="del">
          <ac:chgData name="Marco Antonio Ferreira Stockler" userId="007d2b78-cea3-4ca4-898e-8086f6fb2937" providerId="ADAL" clId="{76D60CAD-22AB-47A5-B966-96DED5CEEB88}" dt="2022-11-14T14:02:52.922" v="68" actId="478"/>
          <ac:picMkLst>
            <pc:docMk/>
            <pc:sldMk cId="2128335644" sldId="264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49.252" v="67"/>
        <pc:sldMkLst>
          <pc:docMk/>
          <pc:sldMk cId="2019981171" sldId="265"/>
        </pc:sldMkLst>
        <pc:picChg chg="add mod">
          <ac:chgData name="Marco Antonio Ferreira Stockler" userId="007d2b78-cea3-4ca4-898e-8086f6fb2937" providerId="ADAL" clId="{76D60CAD-22AB-47A5-B966-96DED5CEEB88}" dt="2022-11-14T14:02:49.252" v="67"/>
          <ac:picMkLst>
            <pc:docMk/>
            <pc:sldMk cId="2019981171" sldId="265"/>
            <ac:picMk id="6" creationId="{EE95EBCC-3398-FA2A-36E4-65CF78C31124}"/>
          </ac:picMkLst>
        </pc:picChg>
        <pc:picChg chg="del">
          <ac:chgData name="Marco Antonio Ferreira Stockler" userId="007d2b78-cea3-4ca4-898e-8086f6fb2937" providerId="ADAL" clId="{76D60CAD-22AB-47A5-B966-96DED5CEEB88}" dt="2022-11-14T14:02:48.412" v="66" actId="478"/>
          <ac:picMkLst>
            <pc:docMk/>
            <pc:sldMk cId="2019981171" sldId="265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13.412" v="99"/>
        <pc:sldMkLst>
          <pc:docMk/>
          <pc:sldMk cId="1414862730" sldId="266"/>
        </pc:sldMkLst>
        <pc:picChg chg="add mod">
          <ac:chgData name="Marco Antonio Ferreira Stockler" userId="007d2b78-cea3-4ca4-898e-8086f6fb2937" providerId="ADAL" clId="{76D60CAD-22AB-47A5-B966-96DED5CEEB88}" dt="2022-11-14T14:04:13.412" v="99"/>
          <ac:picMkLst>
            <pc:docMk/>
            <pc:sldMk cId="1414862730" sldId="266"/>
            <ac:picMk id="2" creationId="{991171A6-12C4-B60C-A867-EFE7392EEC27}"/>
          </ac:picMkLst>
        </pc:picChg>
        <pc:picChg chg="del">
          <ac:chgData name="Marco Antonio Ferreira Stockler" userId="007d2b78-cea3-4ca4-898e-8086f6fb2937" providerId="ADAL" clId="{76D60CAD-22AB-47A5-B966-96DED5CEEB88}" dt="2022-11-14T14:04:12.932" v="98" actId="478"/>
          <ac:picMkLst>
            <pc:docMk/>
            <pc:sldMk cId="1414862730" sldId="266"/>
            <ac:picMk id="15" creationId="{9A12958E-05C8-4E4C-9D05-050E8EED5A47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2:58.227" v="71"/>
        <pc:sldMkLst>
          <pc:docMk/>
          <pc:sldMk cId="2698162779" sldId="267"/>
        </pc:sldMkLst>
        <pc:picChg chg="add mod">
          <ac:chgData name="Marco Antonio Ferreira Stockler" userId="007d2b78-cea3-4ca4-898e-8086f6fb2937" providerId="ADAL" clId="{76D60CAD-22AB-47A5-B966-96DED5CEEB88}" dt="2022-11-14T14:02:58.227" v="71"/>
          <ac:picMkLst>
            <pc:docMk/>
            <pc:sldMk cId="2698162779" sldId="267"/>
            <ac:picMk id="2" creationId="{A8B9B367-0EE1-9B4C-0596-65EFD1316D84}"/>
          </ac:picMkLst>
        </pc:picChg>
        <pc:picChg chg="del">
          <ac:chgData name="Marco Antonio Ferreira Stockler" userId="007d2b78-cea3-4ca4-898e-8086f6fb2937" providerId="ADAL" clId="{76D60CAD-22AB-47A5-B966-96DED5CEEB88}" dt="2022-11-14T14:02:57.392" v="70" actId="478"/>
          <ac:picMkLst>
            <pc:docMk/>
            <pc:sldMk cId="2698162779" sldId="267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07.132" v="73"/>
        <pc:sldMkLst>
          <pc:docMk/>
          <pc:sldMk cId="3537745814" sldId="268"/>
        </pc:sldMkLst>
        <pc:picChg chg="add mod">
          <ac:chgData name="Marco Antonio Ferreira Stockler" userId="007d2b78-cea3-4ca4-898e-8086f6fb2937" providerId="ADAL" clId="{76D60CAD-22AB-47A5-B966-96DED5CEEB88}" dt="2022-11-14T14:03:07.132" v="73"/>
          <ac:picMkLst>
            <pc:docMk/>
            <pc:sldMk cId="3537745814" sldId="268"/>
            <ac:picMk id="2" creationId="{6571A94B-DCBF-7180-3CA9-A37B44EBFD3B}"/>
          </ac:picMkLst>
        </pc:picChg>
        <pc:picChg chg="del">
          <ac:chgData name="Marco Antonio Ferreira Stockler" userId="007d2b78-cea3-4ca4-898e-8086f6fb2937" providerId="ADAL" clId="{76D60CAD-22AB-47A5-B966-96DED5CEEB88}" dt="2022-11-14T14:03:06.360" v="72" actId="478"/>
          <ac:picMkLst>
            <pc:docMk/>
            <pc:sldMk cId="3537745814" sldId="268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12.782" v="75"/>
        <pc:sldMkLst>
          <pc:docMk/>
          <pc:sldMk cId="2095161010" sldId="269"/>
        </pc:sldMkLst>
        <pc:picChg chg="add mod">
          <ac:chgData name="Marco Antonio Ferreira Stockler" userId="007d2b78-cea3-4ca4-898e-8086f6fb2937" providerId="ADAL" clId="{76D60CAD-22AB-47A5-B966-96DED5CEEB88}" dt="2022-11-14T14:03:12.782" v="75"/>
          <ac:picMkLst>
            <pc:docMk/>
            <pc:sldMk cId="2095161010" sldId="269"/>
            <ac:picMk id="2" creationId="{1A1DF07D-3163-9292-AB08-C8EE99F07FFF}"/>
          </ac:picMkLst>
        </pc:picChg>
        <pc:picChg chg="del">
          <ac:chgData name="Marco Antonio Ferreira Stockler" userId="007d2b78-cea3-4ca4-898e-8086f6fb2937" providerId="ADAL" clId="{76D60CAD-22AB-47A5-B966-96DED5CEEB88}" dt="2022-11-14T14:03:11.965" v="74" actId="478"/>
          <ac:picMkLst>
            <pc:docMk/>
            <pc:sldMk cId="2095161010" sldId="269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2.335" v="77"/>
        <pc:sldMkLst>
          <pc:docMk/>
          <pc:sldMk cId="984936488" sldId="270"/>
        </pc:sldMkLst>
        <pc:picChg chg="add mod">
          <ac:chgData name="Marco Antonio Ferreira Stockler" userId="007d2b78-cea3-4ca4-898e-8086f6fb2937" providerId="ADAL" clId="{76D60CAD-22AB-47A5-B966-96DED5CEEB88}" dt="2022-11-14T14:03:22.335" v="77"/>
          <ac:picMkLst>
            <pc:docMk/>
            <pc:sldMk cId="984936488" sldId="270"/>
            <ac:picMk id="2" creationId="{C98989CA-81AD-62E6-D81E-0ECEE356EA57}"/>
          </ac:picMkLst>
        </pc:picChg>
        <pc:picChg chg="del">
          <ac:chgData name="Marco Antonio Ferreira Stockler" userId="007d2b78-cea3-4ca4-898e-8086f6fb2937" providerId="ADAL" clId="{76D60CAD-22AB-47A5-B966-96DED5CEEB88}" dt="2022-11-14T14:03:21.562" v="76" actId="478"/>
          <ac:picMkLst>
            <pc:docMk/>
            <pc:sldMk cId="984936488" sldId="270"/>
            <ac:picMk id="28" creationId="{5DC29874-9112-49F9-95F4-FBDC0F43AD1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5.303" v="83"/>
        <pc:sldMkLst>
          <pc:docMk/>
          <pc:sldMk cId="3228403919" sldId="272"/>
        </pc:sldMkLst>
        <pc:picChg chg="add mod">
          <ac:chgData name="Marco Antonio Ferreira Stockler" userId="007d2b78-cea3-4ca4-898e-8086f6fb2937" providerId="ADAL" clId="{76D60CAD-22AB-47A5-B966-96DED5CEEB88}" dt="2022-11-14T14:03:35.303" v="83"/>
          <ac:picMkLst>
            <pc:docMk/>
            <pc:sldMk cId="3228403919" sldId="272"/>
            <ac:picMk id="2" creationId="{DAEB0B76-5D87-FAD3-3DF5-A2F754BB9781}"/>
          </ac:picMkLst>
        </pc:picChg>
        <pc:picChg chg="del">
          <ac:chgData name="Marco Antonio Ferreira Stockler" userId="007d2b78-cea3-4ca4-898e-8086f6fb2937" providerId="ADAL" clId="{76D60CAD-22AB-47A5-B966-96DED5CEEB88}" dt="2022-11-14T14:03:34.602" v="82" actId="478"/>
          <ac:picMkLst>
            <pc:docMk/>
            <pc:sldMk cId="3228403919" sldId="27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39.982" v="85"/>
        <pc:sldMkLst>
          <pc:docMk/>
          <pc:sldMk cId="3341564460" sldId="273"/>
        </pc:sldMkLst>
        <pc:picChg chg="add mod">
          <ac:chgData name="Marco Antonio Ferreira Stockler" userId="007d2b78-cea3-4ca4-898e-8086f6fb2937" providerId="ADAL" clId="{76D60CAD-22AB-47A5-B966-96DED5CEEB88}" dt="2022-11-14T14:03:39.982" v="85"/>
          <ac:picMkLst>
            <pc:docMk/>
            <pc:sldMk cId="3341564460" sldId="273"/>
            <ac:picMk id="2" creationId="{931D8373-C6B5-E93C-D8FA-4BB6EFA9C671}"/>
          </ac:picMkLst>
        </pc:picChg>
        <pc:picChg chg="del">
          <ac:chgData name="Marco Antonio Ferreira Stockler" userId="007d2b78-cea3-4ca4-898e-8086f6fb2937" providerId="ADAL" clId="{76D60CAD-22AB-47A5-B966-96DED5CEEB88}" dt="2022-11-14T14:03:39.265" v="84" actId="478"/>
          <ac:picMkLst>
            <pc:docMk/>
            <pc:sldMk cId="3341564460" sldId="27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45.009" v="87"/>
        <pc:sldMkLst>
          <pc:docMk/>
          <pc:sldMk cId="906642958" sldId="274"/>
        </pc:sldMkLst>
        <pc:picChg chg="add mod">
          <ac:chgData name="Marco Antonio Ferreira Stockler" userId="007d2b78-cea3-4ca4-898e-8086f6fb2937" providerId="ADAL" clId="{76D60CAD-22AB-47A5-B966-96DED5CEEB88}" dt="2022-11-14T14:03:45.009" v="87"/>
          <ac:picMkLst>
            <pc:docMk/>
            <pc:sldMk cId="906642958" sldId="274"/>
            <ac:picMk id="3" creationId="{3F8BCE74-3C6C-A5C2-A633-92EF7CA2E510}"/>
          </ac:picMkLst>
        </pc:picChg>
        <pc:picChg chg="del">
          <ac:chgData name="Marco Antonio Ferreira Stockler" userId="007d2b78-cea3-4ca4-898e-8086f6fb2937" providerId="ADAL" clId="{76D60CAD-22AB-47A5-B966-96DED5CEEB88}" dt="2022-11-14T14:03:44.272" v="86" actId="478"/>
          <ac:picMkLst>
            <pc:docMk/>
            <pc:sldMk cId="906642958" sldId="27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5.462" v="91"/>
        <pc:sldMkLst>
          <pc:docMk/>
          <pc:sldMk cId="3482342652" sldId="275"/>
        </pc:sldMkLst>
        <pc:picChg chg="add mod">
          <ac:chgData name="Marco Antonio Ferreira Stockler" userId="007d2b78-cea3-4ca4-898e-8086f6fb2937" providerId="ADAL" clId="{76D60CAD-22AB-47A5-B966-96DED5CEEB88}" dt="2022-11-14T14:03:55.462" v="91"/>
          <ac:picMkLst>
            <pc:docMk/>
            <pc:sldMk cId="3482342652" sldId="275"/>
            <ac:picMk id="3" creationId="{B337E91B-75EC-9B0A-0439-825447D03F77}"/>
          </ac:picMkLst>
        </pc:picChg>
        <pc:picChg chg="del">
          <ac:chgData name="Marco Antonio Ferreira Stockler" userId="007d2b78-cea3-4ca4-898e-8086f6fb2937" providerId="ADAL" clId="{76D60CAD-22AB-47A5-B966-96DED5CEEB88}" dt="2022-11-14T14:03:54.732" v="90" actId="478"/>
          <ac:picMkLst>
            <pc:docMk/>
            <pc:sldMk cId="3482342652" sldId="27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9.932" v="97"/>
        <pc:sldMkLst>
          <pc:docMk/>
          <pc:sldMk cId="2222409336" sldId="276"/>
        </pc:sldMkLst>
        <pc:picChg chg="add mod">
          <ac:chgData name="Marco Antonio Ferreira Stockler" userId="007d2b78-cea3-4ca4-898e-8086f6fb2937" providerId="ADAL" clId="{76D60CAD-22AB-47A5-B966-96DED5CEEB88}" dt="2022-11-14T14:04:09.932" v="97"/>
          <ac:picMkLst>
            <pc:docMk/>
            <pc:sldMk cId="2222409336" sldId="276"/>
            <ac:picMk id="2" creationId="{7D36B8AC-9F8E-B280-4E1E-FC3A339EC024}"/>
          </ac:picMkLst>
        </pc:picChg>
        <pc:picChg chg="del">
          <ac:chgData name="Marco Antonio Ferreira Stockler" userId="007d2b78-cea3-4ca4-898e-8086f6fb2937" providerId="ADAL" clId="{76D60CAD-22AB-47A5-B966-96DED5CEEB88}" dt="2022-11-14T14:04:09.202" v="96" actId="478"/>
          <ac:picMkLst>
            <pc:docMk/>
            <pc:sldMk cId="2222409336" sldId="27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4.662" v="107"/>
        <pc:sldMkLst>
          <pc:docMk/>
          <pc:sldMk cId="854883647" sldId="278"/>
        </pc:sldMkLst>
        <pc:picChg chg="add mod">
          <ac:chgData name="Marco Antonio Ferreira Stockler" userId="007d2b78-cea3-4ca4-898e-8086f6fb2937" providerId="ADAL" clId="{76D60CAD-22AB-47A5-B966-96DED5CEEB88}" dt="2022-11-14T14:04:34.662" v="107"/>
          <ac:picMkLst>
            <pc:docMk/>
            <pc:sldMk cId="854883647" sldId="278"/>
            <ac:picMk id="3" creationId="{58FE3054-E97D-F467-B493-80791EB9A8E9}"/>
          </ac:picMkLst>
        </pc:picChg>
        <pc:picChg chg="del">
          <ac:chgData name="Marco Antonio Ferreira Stockler" userId="007d2b78-cea3-4ca4-898e-8086f6fb2937" providerId="ADAL" clId="{76D60CAD-22AB-47A5-B966-96DED5CEEB88}" dt="2022-11-14T14:04:33.942" v="106" actId="478"/>
          <ac:picMkLst>
            <pc:docMk/>
            <pc:sldMk cId="854883647" sldId="278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5.627" v="103"/>
        <pc:sldMkLst>
          <pc:docMk/>
          <pc:sldMk cId="4060687447" sldId="279"/>
        </pc:sldMkLst>
        <pc:picChg chg="add mod">
          <ac:chgData name="Marco Antonio Ferreira Stockler" userId="007d2b78-cea3-4ca4-898e-8086f6fb2937" providerId="ADAL" clId="{76D60CAD-22AB-47A5-B966-96DED5CEEB88}" dt="2022-11-14T14:04:25.627" v="103"/>
          <ac:picMkLst>
            <pc:docMk/>
            <pc:sldMk cId="4060687447" sldId="279"/>
            <ac:picMk id="3" creationId="{8017D479-116F-F92E-4FAD-3D959C28EC05}"/>
          </ac:picMkLst>
        </pc:picChg>
        <pc:picChg chg="del">
          <ac:chgData name="Marco Antonio Ferreira Stockler" userId="007d2b78-cea3-4ca4-898e-8086f6fb2937" providerId="ADAL" clId="{76D60CAD-22AB-47A5-B966-96DED5CEEB88}" dt="2022-11-14T14:04:24.882" v="102" actId="478"/>
          <ac:picMkLst>
            <pc:docMk/>
            <pc:sldMk cId="4060687447" sldId="279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0.102" v="105"/>
        <pc:sldMkLst>
          <pc:docMk/>
          <pc:sldMk cId="1337485278" sldId="280"/>
        </pc:sldMkLst>
        <pc:picChg chg="add mod">
          <ac:chgData name="Marco Antonio Ferreira Stockler" userId="007d2b78-cea3-4ca4-898e-8086f6fb2937" providerId="ADAL" clId="{76D60CAD-22AB-47A5-B966-96DED5CEEB88}" dt="2022-11-14T14:04:30.102" v="105"/>
          <ac:picMkLst>
            <pc:docMk/>
            <pc:sldMk cId="1337485278" sldId="280"/>
            <ac:picMk id="3" creationId="{2F750419-C8A2-5370-BB70-EF5BFBFEE0C2}"/>
          </ac:picMkLst>
        </pc:picChg>
        <pc:picChg chg="del">
          <ac:chgData name="Marco Antonio Ferreira Stockler" userId="007d2b78-cea3-4ca4-898e-8086f6fb2937" providerId="ADAL" clId="{76D60CAD-22AB-47A5-B966-96DED5CEEB88}" dt="2022-11-14T14:04:29.352" v="104" actId="478"/>
          <ac:picMkLst>
            <pc:docMk/>
            <pc:sldMk cId="1337485278" sldId="280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39.162" v="109"/>
        <pc:sldMkLst>
          <pc:docMk/>
          <pc:sldMk cId="290528325" sldId="281"/>
        </pc:sldMkLst>
        <pc:picChg chg="add mod">
          <ac:chgData name="Marco Antonio Ferreira Stockler" userId="007d2b78-cea3-4ca4-898e-8086f6fb2937" providerId="ADAL" clId="{76D60CAD-22AB-47A5-B966-96DED5CEEB88}" dt="2022-11-14T14:04:39.162" v="109"/>
          <ac:picMkLst>
            <pc:docMk/>
            <pc:sldMk cId="290528325" sldId="281"/>
            <ac:picMk id="3" creationId="{0B835006-F2B4-9075-6B3A-B304F814B89A}"/>
          </ac:picMkLst>
        </pc:picChg>
        <pc:picChg chg="del">
          <ac:chgData name="Marco Antonio Ferreira Stockler" userId="007d2b78-cea3-4ca4-898e-8086f6fb2937" providerId="ADAL" clId="{76D60CAD-22AB-47A5-B966-96DED5CEEB88}" dt="2022-11-14T14:04:38.393" v="108" actId="478"/>
          <ac:picMkLst>
            <pc:docMk/>
            <pc:sldMk cId="290528325" sldId="281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3.125" v="111"/>
        <pc:sldMkLst>
          <pc:docMk/>
          <pc:sldMk cId="1680312990" sldId="282"/>
        </pc:sldMkLst>
        <pc:picChg chg="add mod">
          <ac:chgData name="Marco Antonio Ferreira Stockler" userId="007d2b78-cea3-4ca4-898e-8086f6fb2937" providerId="ADAL" clId="{76D60CAD-22AB-47A5-B966-96DED5CEEB88}" dt="2022-11-14T14:04:43.125" v="111"/>
          <ac:picMkLst>
            <pc:docMk/>
            <pc:sldMk cId="1680312990" sldId="282"/>
            <ac:picMk id="3" creationId="{6A307FF4-0FAE-5B70-3DC2-F437473CDE53}"/>
          </ac:picMkLst>
        </pc:picChg>
        <pc:picChg chg="del">
          <ac:chgData name="Marco Antonio Ferreira Stockler" userId="007d2b78-cea3-4ca4-898e-8086f6fb2937" providerId="ADAL" clId="{76D60CAD-22AB-47A5-B966-96DED5CEEB88}" dt="2022-11-14T14:04:42.407" v="110" actId="478"/>
          <ac:picMkLst>
            <pc:docMk/>
            <pc:sldMk cId="1680312990" sldId="282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47.162" v="113"/>
        <pc:sldMkLst>
          <pc:docMk/>
          <pc:sldMk cId="234708267" sldId="283"/>
        </pc:sldMkLst>
        <pc:picChg chg="add mod">
          <ac:chgData name="Marco Antonio Ferreira Stockler" userId="007d2b78-cea3-4ca4-898e-8086f6fb2937" providerId="ADAL" clId="{76D60CAD-22AB-47A5-B966-96DED5CEEB88}" dt="2022-11-14T14:04:47.162" v="113"/>
          <ac:picMkLst>
            <pc:docMk/>
            <pc:sldMk cId="234708267" sldId="283"/>
            <ac:picMk id="3" creationId="{4F1BD6B0-F52A-F1A0-4714-29B74F4F93EA}"/>
          </ac:picMkLst>
        </pc:picChg>
        <pc:picChg chg="del">
          <ac:chgData name="Marco Antonio Ferreira Stockler" userId="007d2b78-cea3-4ca4-898e-8086f6fb2937" providerId="ADAL" clId="{76D60CAD-22AB-47A5-B966-96DED5CEEB88}" dt="2022-11-14T14:04:46.472" v="112" actId="478"/>
          <ac:picMkLst>
            <pc:docMk/>
            <pc:sldMk cId="234708267" sldId="283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2.014" v="115"/>
        <pc:sldMkLst>
          <pc:docMk/>
          <pc:sldMk cId="3901731523" sldId="284"/>
        </pc:sldMkLst>
        <pc:picChg chg="add mod">
          <ac:chgData name="Marco Antonio Ferreira Stockler" userId="007d2b78-cea3-4ca4-898e-8086f6fb2937" providerId="ADAL" clId="{76D60CAD-22AB-47A5-B966-96DED5CEEB88}" dt="2022-11-14T14:04:52.014" v="115"/>
          <ac:picMkLst>
            <pc:docMk/>
            <pc:sldMk cId="3901731523" sldId="284"/>
            <ac:picMk id="2" creationId="{1D3E7402-CF96-CCAF-2B89-144ED45DD27E}"/>
          </ac:picMkLst>
        </pc:picChg>
        <pc:picChg chg="del">
          <ac:chgData name="Marco Antonio Ferreira Stockler" userId="007d2b78-cea3-4ca4-898e-8086f6fb2937" providerId="ADAL" clId="{76D60CAD-22AB-47A5-B966-96DED5CEEB88}" dt="2022-11-14T14:04:51.272" v="114" actId="478"/>
          <ac:picMkLst>
            <pc:docMk/>
            <pc:sldMk cId="3901731523" sldId="284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0:31.906" v="52" actId="1037"/>
        <pc:sldMkLst>
          <pc:docMk/>
          <pc:sldMk cId="2674141166" sldId="285"/>
        </pc:sldMkLst>
        <pc:picChg chg="add mod">
          <ac:chgData name="Marco Antonio Ferreira Stockler" userId="007d2b78-cea3-4ca4-898e-8086f6fb2937" providerId="ADAL" clId="{76D60CAD-22AB-47A5-B966-96DED5CEEB88}" dt="2022-11-14T13:57:24.425" v="45" actId="1076"/>
          <ac:picMkLst>
            <pc:docMk/>
            <pc:sldMk cId="2674141166" sldId="285"/>
            <ac:picMk id="2" creationId="{C8652CAE-533E-0006-00CC-4E39986F7A3F}"/>
          </ac:picMkLst>
        </pc:picChg>
        <pc:picChg chg="add mod">
          <ac:chgData name="Marco Antonio Ferreira Stockler" userId="007d2b78-cea3-4ca4-898e-8086f6fb2937" providerId="ADAL" clId="{76D60CAD-22AB-47A5-B966-96DED5CEEB88}" dt="2022-11-14T14:00:31.906" v="52" actId="1037"/>
          <ac:picMkLst>
            <pc:docMk/>
            <pc:sldMk cId="2674141166" sldId="285"/>
            <ac:picMk id="3" creationId="{604F5768-855D-1DD4-0104-B05FBEDD30A2}"/>
          </ac:picMkLst>
        </pc:picChg>
        <pc:picChg chg="del">
          <ac:chgData name="Marco Antonio Ferreira Stockler" userId="007d2b78-cea3-4ca4-898e-8086f6fb2937" providerId="ADAL" clId="{76D60CAD-22AB-47A5-B966-96DED5CEEB88}" dt="2022-11-14T13:57:21.305" v="44" actId="478"/>
          <ac:picMkLst>
            <pc:docMk/>
            <pc:sldMk cId="2674141166" sldId="285"/>
            <ac:picMk id="53" creationId="{B79EBBBA-6711-4A4A-A1CB-57FC08BC1C2E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0.943" v="119"/>
        <pc:sldMkLst>
          <pc:docMk/>
          <pc:sldMk cId="1754782584" sldId="286"/>
        </pc:sldMkLst>
        <pc:picChg chg="add mod">
          <ac:chgData name="Marco Antonio Ferreira Stockler" userId="007d2b78-cea3-4ca4-898e-8086f6fb2937" providerId="ADAL" clId="{76D60CAD-22AB-47A5-B966-96DED5CEEB88}" dt="2022-11-14T14:05:00.943" v="119"/>
          <ac:picMkLst>
            <pc:docMk/>
            <pc:sldMk cId="1754782584" sldId="286"/>
            <ac:picMk id="8" creationId="{58C68957-D977-5426-51D5-3DD84A64AFF6}"/>
          </ac:picMkLst>
        </pc:picChg>
        <pc:picChg chg="del">
          <ac:chgData name="Marco Antonio Ferreira Stockler" userId="007d2b78-cea3-4ca4-898e-8086f6fb2937" providerId="ADAL" clId="{76D60CAD-22AB-47A5-B966-96DED5CEEB88}" dt="2022-11-14T14:04:59.762" v="118" actId="478"/>
          <ac:picMkLst>
            <pc:docMk/>
            <pc:sldMk cId="1754782584" sldId="28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56.282" v="117"/>
        <pc:sldMkLst>
          <pc:docMk/>
          <pc:sldMk cId="52480338" sldId="287"/>
        </pc:sldMkLst>
        <pc:picChg chg="add mod">
          <ac:chgData name="Marco Antonio Ferreira Stockler" userId="007d2b78-cea3-4ca4-898e-8086f6fb2937" providerId="ADAL" clId="{76D60CAD-22AB-47A5-B966-96DED5CEEB88}" dt="2022-11-14T14:04:56.282" v="117"/>
          <ac:picMkLst>
            <pc:docMk/>
            <pc:sldMk cId="52480338" sldId="287"/>
            <ac:picMk id="3" creationId="{4E528192-8857-F7AD-E73C-CA7108AC2A50}"/>
          </ac:picMkLst>
        </pc:picChg>
        <pc:picChg chg="del">
          <ac:chgData name="Marco Antonio Ferreira Stockler" userId="007d2b78-cea3-4ca4-898e-8086f6fb2937" providerId="ADAL" clId="{76D60CAD-22AB-47A5-B966-96DED5CEEB88}" dt="2022-11-14T14:04:55.576" v="116" actId="478"/>
          <ac:picMkLst>
            <pc:docMk/>
            <pc:sldMk cId="52480338" sldId="287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26.172" v="79"/>
        <pc:sldMkLst>
          <pc:docMk/>
          <pc:sldMk cId="255269388" sldId="292"/>
        </pc:sldMkLst>
        <pc:picChg chg="add mod">
          <ac:chgData name="Marco Antonio Ferreira Stockler" userId="007d2b78-cea3-4ca4-898e-8086f6fb2937" providerId="ADAL" clId="{76D60CAD-22AB-47A5-B966-96DED5CEEB88}" dt="2022-11-14T14:03:26.172" v="79"/>
          <ac:picMkLst>
            <pc:docMk/>
            <pc:sldMk cId="255269388" sldId="292"/>
            <ac:picMk id="2" creationId="{C56B4EFF-8991-482F-3B42-90BEC1A8D811}"/>
          </ac:picMkLst>
        </pc:picChg>
        <pc:picChg chg="del">
          <ac:chgData name="Marco Antonio Ferreira Stockler" userId="007d2b78-cea3-4ca4-898e-8086f6fb2937" providerId="ADAL" clId="{76D60CAD-22AB-47A5-B966-96DED5CEEB88}" dt="2022-11-14T14:03:25.402" v="78" actId="478"/>
          <ac:picMkLst>
            <pc:docMk/>
            <pc:sldMk cId="255269388" sldId="292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06.622" v="121"/>
        <pc:sldMkLst>
          <pc:docMk/>
          <pc:sldMk cId="2869012958" sldId="298"/>
        </pc:sldMkLst>
        <pc:picChg chg="add mod">
          <ac:chgData name="Marco Antonio Ferreira Stockler" userId="007d2b78-cea3-4ca4-898e-8086f6fb2937" providerId="ADAL" clId="{76D60CAD-22AB-47A5-B966-96DED5CEEB88}" dt="2022-11-14T14:05:06.622" v="121"/>
          <ac:picMkLst>
            <pc:docMk/>
            <pc:sldMk cId="2869012958" sldId="298"/>
            <ac:picMk id="2" creationId="{BFF61E8E-147D-6AE7-A850-904E774B7E02}"/>
          </ac:picMkLst>
        </pc:picChg>
        <pc:picChg chg="del">
          <ac:chgData name="Marco Antonio Ferreira Stockler" userId="007d2b78-cea3-4ca4-898e-8086f6fb2937" providerId="ADAL" clId="{76D60CAD-22AB-47A5-B966-96DED5CEEB88}" dt="2022-11-14T14:05:05.882" v="120" actId="478"/>
          <ac:picMkLst>
            <pc:docMk/>
            <pc:sldMk cId="2869012958" sldId="298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21.182" v="101"/>
        <pc:sldMkLst>
          <pc:docMk/>
          <pc:sldMk cId="1913814345" sldId="301"/>
        </pc:sldMkLst>
        <pc:picChg chg="add mod">
          <ac:chgData name="Marco Antonio Ferreira Stockler" userId="007d2b78-cea3-4ca4-898e-8086f6fb2937" providerId="ADAL" clId="{76D60CAD-22AB-47A5-B966-96DED5CEEB88}" dt="2022-11-14T14:04:21.182" v="101"/>
          <ac:picMkLst>
            <pc:docMk/>
            <pc:sldMk cId="1913814345" sldId="301"/>
            <ac:picMk id="2" creationId="{DD1FF16E-33FB-5B49-E462-E18642417083}"/>
          </ac:picMkLst>
        </pc:picChg>
        <pc:picChg chg="del">
          <ac:chgData name="Marco Antonio Ferreira Stockler" userId="007d2b78-cea3-4ca4-898e-8086f6fb2937" providerId="ADAL" clId="{76D60CAD-22AB-47A5-B966-96DED5CEEB88}" dt="2022-11-14T14:04:20.722" v="100" actId="478"/>
          <ac:picMkLst>
            <pc:docMk/>
            <pc:sldMk cId="1913814345" sldId="301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9.527" v="93"/>
        <pc:sldMkLst>
          <pc:docMk/>
          <pc:sldMk cId="1644907401" sldId="304"/>
        </pc:sldMkLst>
        <pc:picChg chg="add mod">
          <ac:chgData name="Marco Antonio Ferreira Stockler" userId="007d2b78-cea3-4ca4-898e-8086f6fb2937" providerId="ADAL" clId="{76D60CAD-22AB-47A5-B966-96DED5CEEB88}" dt="2022-11-14T14:03:59.527" v="93"/>
          <ac:picMkLst>
            <pc:docMk/>
            <pc:sldMk cId="1644907401" sldId="304"/>
            <ac:picMk id="2" creationId="{261A6A53-FFE2-F7B8-0917-DF2C3390417C}"/>
          </ac:picMkLst>
        </pc:picChg>
        <pc:picChg chg="del">
          <ac:chgData name="Marco Antonio Ferreira Stockler" userId="007d2b78-cea3-4ca4-898e-8086f6fb2937" providerId="ADAL" clId="{76D60CAD-22AB-47A5-B966-96DED5CEEB88}" dt="2022-11-14T14:03:58.777" v="92" actId="478"/>
          <ac:picMkLst>
            <pc:docMk/>
            <pc:sldMk cId="1644907401" sldId="304"/>
            <ac:picMk id="25" creationId="{07029358-4233-42C3-A277-871E8D7C0B71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5:17.131" v="123"/>
        <pc:sldMkLst>
          <pc:docMk/>
          <pc:sldMk cId="749528310" sldId="305"/>
        </pc:sldMkLst>
        <pc:picChg chg="add mod">
          <ac:chgData name="Marco Antonio Ferreira Stockler" userId="007d2b78-cea3-4ca4-898e-8086f6fb2937" providerId="ADAL" clId="{76D60CAD-22AB-47A5-B966-96DED5CEEB88}" dt="2022-11-14T14:05:17.131" v="123"/>
          <ac:picMkLst>
            <pc:docMk/>
            <pc:sldMk cId="749528310" sldId="305"/>
            <ac:picMk id="2" creationId="{64C0FA66-E204-7D2B-6C04-1B05FA00A0E7}"/>
          </ac:picMkLst>
        </pc:picChg>
        <pc:picChg chg="del">
          <ac:chgData name="Marco Antonio Ferreira Stockler" userId="007d2b78-cea3-4ca4-898e-8086f6fb2937" providerId="ADAL" clId="{76D60CAD-22AB-47A5-B966-96DED5CEEB88}" dt="2022-11-14T14:05:16.426" v="122" actId="478"/>
          <ac:picMkLst>
            <pc:docMk/>
            <pc:sldMk cId="749528310" sldId="305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3:50.652" v="89"/>
        <pc:sldMkLst>
          <pc:docMk/>
          <pc:sldMk cId="3694899755" sldId="306"/>
        </pc:sldMkLst>
        <pc:picChg chg="add mod">
          <ac:chgData name="Marco Antonio Ferreira Stockler" userId="007d2b78-cea3-4ca4-898e-8086f6fb2937" providerId="ADAL" clId="{76D60CAD-22AB-47A5-B966-96DED5CEEB88}" dt="2022-11-14T14:03:50.652" v="89"/>
          <ac:picMkLst>
            <pc:docMk/>
            <pc:sldMk cId="3694899755" sldId="306"/>
            <ac:picMk id="2" creationId="{4F7A253E-8A97-D04B-7193-AF21E410A8AE}"/>
          </ac:picMkLst>
        </pc:picChg>
        <pc:picChg chg="del">
          <ac:chgData name="Marco Antonio Ferreira Stockler" userId="007d2b78-cea3-4ca4-898e-8086f6fb2937" providerId="ADAL" clId="{76D60CAD-22AB-47A5-B966-96DED5CEEB88}" dt="2022-11-14T14:03:49.914" v="88" actId="478"/>
          <ac:picMkLst>
            <pc:docMk/>
            <pc:sldMk cId="3694899755" sldId="306"/>
            <ac:picMk id="19" creationId="{F7AB7AB4-9E2F-4C99-9C77-769712EC5420}"/>
          </ac:picMkLst>
        </pc:picChg>
      </pc:sldChg>
      <pc:sldChg chg="addSp delSp modSp mod">
        <pc:chgData name="Marco Antonio Ferreira Stockler" userId="007d2b78-cea3-4ca4-898e-8086f6fb2937" providerId="ADAL" clId="{76D60CAD-22AB-47A5-B966-96DED5CEEB88}" dt="2022-11-14T14:04:04.102" v="95"/>
        <pc:sldMkLst>
          <pc:docMk/>
          <pc:sldMk cId="52805358" sldId="307"/>
        </pc:sldMkLst>
        <pc:picChg chg="add mod">
          <ac:chgData name="Marco Antonio Ferreira Stockler" userId="007d2b78-cea3-4ca4-898e-8086f6fb2937" providerId="ADAL" clId="{76D60CAD-22AB-47A5-B966-96DED5CEEB88}" dt="2022-11-14T14:04:04.102" v="95"/>
          <ac:picMkLst>
            <pc:docMk/>
            <pc:sldMk cId="52805358" sldId="307"/>
            <ac:picMk id="2" creationId="{C3B53736-6A04-A2FA-0665-D26D5431E133}"/>
          </ac:picMkLst>
        </pc:picChg>
        <pc:picChg chg="del">
          <ac:chgData name="Marco Antonio Ferreira Stockler" userId="007d2b78-cea3-4ca4-898e-8086f6fb2937" providerId="ADAL" clId="{76D60CAD-22AB-47A5-B966-96DED5CEEB88}" dt="2022-11-14T14:04:03.512" v="94" actId="478"/>
          <ac:picMkLst>
            <pc:docMk/>
            <pc:sldMk cId="52805358" sldId="307"/>
            <ac:picMk id="19" creationId="{F7AB7AB4-9E2F-4C99-9C77-769712EC5420}"/>
          </ac:picMkLst>
        </pc:picChg>
      </pc:sldChg>
      <pc:sldChg chg="addSp modSp mod">
        <pc:chgData name="Marco Antonio Ferreira Stockler" userId="007d2b78-cea3-4ca4-898e-8086f6fb2937" providerId="ADAL" clId="{76D60CAD-22AB-47A5-B966-96DED5CEEB88}" dt="2022-11-14T13:56:58.103" v="41" actId="1076"/>
        <pc:sldMkLst>
          <pc:docMk/>
          <pc:sldMk cId="2570752246" sldId="317"/>
        </pc:sldMkLst>
        <pc:picChg chg="add mod">
          <ac:chgData name="Marco Antonio Ferreira Stockler" userId="007d2b78-cea3-4ca4-898e-8086f6fb2937" providerId="ADAL" clId="{76D60CAD-22AB-47A5-B966-96DED5CEEB88}" dt="2022-11-14T13:56:58.103" v="41" actId="1076"/>
          <ac:picMkLst>
            <pc:docMk/>
            <pc:sldMk cId="2570752246" sldId="317"/>
            <ac:picMk id="2" creationId="{6B567CC9-281A-937D-972C-BCD251C54411}"/>
          </ac:picMkLst>
        </pc:picChg>
      </pc:sldChg>
    </pc:docChg>
  </pc:docChgLst>
  <pc:docChgLst>
    <pc:chgData name="Rodrigo Samways Pacheco Dos Santos" userId="e962095f-e3b1-48bd-9b4e-699b4adc235a" providerId="ADAL" clId="{68FF21AD-6F4F-41F7-8CB9-ADFA948295D1}"/>
    <pc:docChg chg="undo custSel modSld">
      <pc:chgData name="Rodrigo Samways Pacheco Dos Santos" userId="e962095f-e3b1-48bd-9b4e-699b4adc235a" providerId="ADAL" clId="{68FF21AD-6F4F-41F7-8CB9-ADFA948295D1}" dt="2022-12-21T03:14:00.026" v="132" actId="478"/>
      <pc:docMkLst>
        <pc:docMk/>
      </pc:docMkLst>
      <pc:sldChg chg="addSp delSp modSp mod">
        <pc:chgData name="Rodrigo Samways Pacheco Dos Santos" userId="e962095f-e3b1-48bd-9b4e-699b4adc235a" providerId="ADAL" clId="{68FF21AD-6F4F-41F7-8CB9-ADFA948295D1}" dt="2022-12-21T03:10:28.330" v="10" actId="478"/>
        <pc:sldMkLst>
          <pc:docMk/>
          <pc:sldMk cId="2374493732" sldId="256"/>
        </pc:sldMkLst>
        <pc:picChg chg="add mod">
          <ac:chgData name="Rodrigo Samways Pacheco Dos Santos" userId="e962095f-e3b1-48bd-9b4e-699b4adc235a" providerId="ADAL" clId="{68FF21AD-6F4F-41F7-8CB9-ADFA948295D1}" dt="2022-12-21T03:10:23.745" v="8" actId="1076"/>
          <ac:picMkLst>
            <pc:docMk/>
            <pc:sldMk cId="2374493732" sldId="256"/>
            <ac:picMk id="4" creationId="{938F5C3F-4D15-1E15-63D4-CC08C6798E19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0:28.330" v="10" actId="478"/>
          <ac:picMkLst>
            <pc:docMk/>
            <pc:sldMk cId="2374493732" sldId="256"/>
            <ac:picMk id="6" creationId="{07AFF022-5CD8-29C0-EA6B-2F86BFA879D1}"/>
          </ac:picMkLst>
        </pc:picChg>
        <pc:picChg chg="del">
          <ac:chgData name="Rodrigo Samways Pacheco Dos Santos" userId="e962095f-e3b1-48bd-9b4e-699b4adc235a" providerId="ADAL" clId="{68FF21AD-6F4F-41F7-8CB9-ADFA948295D1}" dt="2022-12-21T03:10:24.803" v="9" actId="478"/>
          <ac:picMkLst>
            <pc:docMk/>
            <pc:sldMk cId="2374493732" sldId="256"/>
            <ac:picMk id="7" creationId="{CD3E725A-7D3A-24D9-67B8-CA78283370A2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3.259" v="24" actId="1076"/>
        <pc:sldMkLst>
          <pc:docMk/>
          <pc:sldMk cId="4130568784" sldId="258"/>
        </pc:sldMkLst>
        <pc:spChg chg="mod">
          <ac:chgData name="Rodrigo Samways Pacheco Dos Santos" userId="e962095f-e3b1-48bd-9b4e-699b4adc235a" providerId="ADAL" clId="{68FF21AD-6F4F-41F7-8CB9-ADFA948295D1}" dt="2022-12-21T03:11:19.431" v="22" actId="14100"/>
          <ac:spMkLst>
            <pc:docMk/>
            <pc:sldMk cId="4130568784" sldId="25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0:54.615" v="15" actId="478"/>
          <ac:picMkLst>
            <pc:docMk/>
            <pc:sldMk cId="4130568784" sldId="258"/>
            <ac:picMk id="2" creationId="{C44CE734-CD01-FC0A-6D54-8DCF9D63EE2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3.259" v="24" actId="1076"/>
          <ac:picMkLst>
            <pc:docMk/>
            <pc:sldMk cId="4130568784" sldId="258"/>
            <ac:picMk id="7" creationId="{4C3EA5F5-4EC3-BF43-11F4-16D0F3DFAC82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1:21.115" v="23" actId="478"/>
          <ac:picMkLst>
            <pc:docMk/>
            <pc:sldMk cId="4130568784" sldId="258"/>
            <ac:picMk id="9" creationId="{DB36CAEB-E40F-B232-1E84-8AD5FD02515E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0.693" v="30"/>
        <pc:sldMkLst>
          <pc:docMk/>
          <pc:sldMk cId="472279244" sldId="259"/>
        </pc:sldMkLst>
        <pc:spChg chg="add mod">
          <ac:chgData name="Rodrigo Samways Pacheco Dos Santos" userId="e962095f-e3b1-48bd-9b4e-699b4adc235a" providerId="ADAL" clId="{68FF21AD-6F4F-41F7-8CB9-ADFA948295D1}" dt="2022-12-21T03:11:30.693" v="30"/>
          <ac:spMkLst>
            <pc:docMk/>
            <pc:sldMk cId="472279244" sldId="259"/>
            <ac:spMk id="3" creationId="{666AE960-E6A7-3FDE-4E57-D57F10E633D6}"/>
          </ac:spMkLst>
        </pc:spChg>
        <pc:spChg chg="del">
          <ac:chgData name="Rodrigo Samways Pacheco Dos Santos" userId="e962095f-e3b1-48bd-9b4e-699b4adc235a" providerId="ADAL" clId="{68FF21AD-6F4F-41F7-8CB9-ADFA948295D1}" dt="2022-12-21T03:11:29.444" v="28" actId="478"/>
          <ac:spMkLst>
            <pc:docMk/>
            <pc:sldMk cId="472279244" sldId="259"/>
            <ac:spMk id="24" creationId="{39F6B41D-3D5A-48AC-BA26-93E8A4DAB481}"/>
          </ac:spMkLst>
        </pc:spChg>
        <pc:picChg chg="del">
          <ac:chgData name="Rodrigo Samways Pacheco Dos Santos" userId="e962095f-e3b1-48bd-9b4e-699b4adc235a" providerId="ADAL" clId="{68FF21AD-6F4F-41F7-8CB9-ADFA948295D1}" dt="2022-12-21T03:11:29.987" v="29" actId="478"/>
          <ac:picMkLst>
            <pc:docMk/>
            <pc:sldMk cId="472279244" sldId="259"/>
            <ac:picMk id="2" creationId="{E1662D9C-42B1-4587-0818-D5A66A4B6B9D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0.693" v="30"/>
          <ac:picMkLst>
            <pc:docMk/>
            <pc:sldMk cId="472279244" sldId="259"/>
            <ac:picMk id="4" creationId="{69E93DC5-33A9-CDCB-9B5F-CBDC0F5B26F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27.931" v="27"/>
        <pc:sldMkLst>
          <pc:docMk/>
          <pc:sldMk cId="570358810" sldId="260"/>
        </pc:sldMkLst>
        <pc:spChg chg="add mod">
          <ac:chgData name="Rodrigo Samways Pacheco Dos Santos" userId="e962095f-e3b1-48bd-9b4e-699b4adc235a" providerId="ADAL" clId="{68FF21AD-6F4F-41F7-8CB9-ADFA948295D1}" dt="2022-12-21T03:11:27.931" v="27"/>
          <ac:spMkLst>
            <pc:docMk/>
            <pc:sldMk cId="570358810" sldId="260"/>
            <ac:spMk id="3" creationId="{900024F7-57ED-2D6F-FE9B-465794E40C99}"/>
          </ac:spMkLst>
        </pc:spChg>
        <pc:spChg chg="del">
          <ac:chgData name="Rodrigo Samways Pacheco Dos Santos" userId="e962095f-e3b1-48bd-9b4e-699b4adc235a" providerId="ADAL" clId="{68FF21AD-6F4F-41F7-8CB9-ADFA948295D1}" dt="2022-12-21T03:11:26.731" v="25" actId="478"/>
          <ac:spMkLst>
            <pc:docMk/>
            <pc:sldMk cId="570358810" sldId="260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27.219" v="26" actId="478"/>
          <ac:picMkLst>
            <pc:docMk/>
            <pc:sldMk cId="570358810" sldId="260"/>
            <ac:picMk id="2" creationId="{012EE948-FC63-F9F8-51E8-E615E493A538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27.931" v="27"/>
          <ac:picMkLst>
            <pc:docMk/>
            <pc:sldMk cId="570358810" sldId="260"/>
            <ac:picMk id="4" creationId="{3C8A9C77-3757-666F-21C7-FE9A1B33FDF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3.819" v="33"/>
        <pc:sldMkLst>
          <pc:docMk/>
          <pc:sldMk cId="1598346414" sldId="261"/>
        </pc:sldMkLst>
        <pc:spChg chg="add mod">
          <ac:chgData name="Rodrigo Samways Pacheco Dos Santos" userId="e962095f-e3b1-48bd-9b4e-699b4adc235a" providerId="ADAL" clId="{68FF21AD-6F4F-41F7-8CB9-ADFA948295D1}" dt="2022-12-21T03:11:33.819" v="33"/>
          <ac:spMkLst>
            <pc:docMk/>
            <pc:sldMk cId="1598346414" sldId="261"/>
            <ac:spMk id="3" creationId="{E3F8AE55-8CD8-8B28-58CD-755ECB5CBC7D}"/>
          </ac:spMkLst>
        </pc:spChg>
        <pc:spChg chg="del">
          <ac:chgData name="Rodrigo Samways Pacheco Dos Santos" userId="e962095f-e3b1-48bd-9b4e-699b4adc235a" providerId="ADAL" clId="{68FF21AD-6F4F-41F7-8CB9-ADFA948295D1}" dt="2022-12-21T03:11:33.059" v="32" actId="478"/>
          <ac:spMkLst>
            <pc:docMk/>
            <pc:sldMk cId="1598346414" sldId="261"/>
            <ac:spMk id="18" creationId="{9921D664-AE5B-4655-B2DF-2F52A9CF6FEF}"/>
          </ac:spMkLst>
        </pc:spChg>
        <pc:picChg chg="del">
          <ac:chgData name="Rodrigo Samways Pacheco Dos Santos" userId="e962095f-e3b1-48bd-9b4e-699b4adc235a" providerId="ADAL" clId="{68FF21AD-6F4F-41F7-8CB9-ADFA948295D1}" dt="2022-12-21T03:11:32.731" v="31" actId="478"/>
          <ac:picMkLst>
            <pc:docMk/>
            <pc:sldMk cId="1598346414" sldId="261"/>
            <ac:picMk id="2" creationId="{A7544508-EB0C-99BF-D804-40BA830C38E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3.819" v="33"/>
          <ac:picMkLst>
            <pc:docMk/>
            <pc:sldMk cId="1598346414" sldId="261"/>
            <ac:picMk id="4" creationId="{291B472B-38A7-C65F-4967-253F7F08DA4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9.740" v="57"/>
        <pc:sldMkLst>
          <pc:docMk/>
          <pc:sldMk cId="3025421287" sldId="263"/>
        </pc:sldMkLst>
        <pc:spChg chg="add mod">
          <ac:chgData name="Rodrigo Samways Pacheco Dos Santos" userId="e962095f-e3b1-48bd-9b4e-699b4adc235a" providerId="ADAL" clId="{68FF21AD-6F4F-41F7-8CB9-ADFA948295D1}" dt="2022-12-21T03:11:59.740" v="57"/>
          <ac:spMkLst>
            <pc:docMk/>
            <pc:sldMk cId="3025421287" sldId="263"/>
            <ac:spMk id="3" creationId="{5AADC7CA-6F09-08DB-AFE9-EAE85F9A0580}"/>
          </ac:spMkLst>
        </pc:spChg>
        <pc:spChg chg="del">
          <ac:chgData name="Rodrigo Samways Pacheco Dos Santos" userId="e962095f-e3b1-48bd-9b4e-699b4adc235a" providerId="ADAL" clId="{68FF21AD-6F4F-41F7-8CB9-ADFA948295D1}" dt="2022-12-21T03:11:58.988" v="56" actId="478"/>
          <ac:spMkLst>
            <pc:docMk/>
            <pc:sldMk cId="3025421287" sldId="263"/>
            <ac:spMk id="36" creationId="{C228A051-6094-4E7B-ADAA-BD482E244BC7}"/>
          </ac:spMkLst>
        </pc:spChg>
        <pc:picChg chg="del">
          <ac:chgData name="Rodrigo Samways Pacheco Dos Santos" userId="e962095f-e3b1-48bd-9b4e-699b4adc235a" providerId="ADAL" clId="{68FF21AD-6F4F-41F7-8CB9-ADFA948295D1}" dt="2022-12-21T03:11:58.659" v="55" actId="478"/>
          <ac:picMkLst>
            <pc:docMk/>
            <pc:sldMk cId="3025421287" sldId="263"/>
            <ac:picMk id="2" creationId="{366E73F8-F885-DEDF-63F5-20FC1C5EF39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9.740" v="57"/>
          <ac:picMkLst>
            <pc:docMk/>
            <pc:sldMk cId="3025421287" sldId="263"/>
            <ac:picMk id="4" creationId="{4BB1B8C7-CFDB-2CD6-DEA2-6DAC73CDA77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0.388" v="39"/>
        <pc:sldMkLst>
          <pc:docMk/>
          <pc:sldMk cId="2128335644" sldId="264"/>
        </pc:sldMkLst>
        <pc:spChg chg="add mod">
          <ac:chgData name="Rodrigo Samways Pacheco Dos Santos" userId="e962095f-e3b1-48bd-9b4e-699b4adc235a" providerId="ADAL" clId="{68FF21AD-6F4F-41F7-8CB9-ADFA948295D1}" dt="2022-12-21T03:11:40.388" v="39"/>
          <ac:spMkLst>
            <pc:docMk/>
            <pc:sldMk cId="2128335644" sldId="264"/>
            <ac:spMk id="3" creationId="{8C08DA48-2EA3-ED7C-2797-307AB6CBD444}"/>
          </ac:spMkLst>
        </pc:spChg>
        <pc:spChg chg="del">
          <ac:chgData name="Rodrigo Samways Pacheco Dos Santos" userId="e962095f-e3b1-48bd-9b4e-699b4adc235a" providerId="ADAL" clId="{68FF21AD-6F4F-41F7-8CB9-ADFA948295D1}" dt="2022-12-21T03:11:39.602" v="38" actId="478"/>
          <ac:spMkLst>
            <pc:docMk/>
            <pc:sldMk cId="2128335644" sldId="264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39.214" v="37" actId="478"/>
          <ac:picMkLst>
            <pc:docMk/>
            <pc:sldMk cId="2128335644" sldId="264"/>
            <ac:picMk id="2" creationId="{85F8A5B5-8436-5164-3EE9-B8EFE7CE9F0A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0.388" v="39"/>
          <ac:picMkLst>
            <pc:docMk/>
            <pc:sldMk cId="2128335644" sldId="264"/>
            <ac:picMk id="4" creationId="{E317D68F-BD7D-36D3-03EE-D4EB44F99A9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37.126" v="36"/>
        <pc:sldMkLst>
          <pc:docMk/>
          <pc:sldMk cId="2019981171" sldId="265"/>
        </pc:sldMkLst>
        <pc:spChg chg="add mod">
          <ac:chgData name="Rodrigo Samways Pacheco Dos Santos" userId="e962095f-e3b1-48bd-9b4e-699b4adc235a" providerId="ADAL" clId="{68FF21AD-6F4F-41F7-8CB9-ADFA948295D1}" dt="2022-12-21T03:11:37.126" v="36"/>
          <ac:spMkLst>
            <pc:docMk/>
            <pc:sldMk cId="2019981171" sldId="265"/>
            <ac:spMk id="8" creationId="{0D75F810-F130-DBCC-4543-03BAD3ED08B0}"/>
          </ac:spMkLst>
        </pc:spChg>
        <pc:spChg chg="del">
          <ac:chgData name="Rodrigo Samways Pacheco Dos Santos" userId="e962095f-e3b1-48bd-9b4e-699b4adc235a" providerId="ADAL" clId="{68FF21AD-6F4F-41F7-8CB9-ADFA948295D1}" dt="2022-12-21T03:11:35.763" v="34" actId="478"/>
          <ac:spMkLst>
            <pc:docMk/>
            <pc:sldMk cId="2019981171" sldId="265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1:36.339" v="35" actId="478"/>
          <ac:picMkLst>
            <pc:docMk/>
            <pc:sldMk cId="2019981171" sldId="265"/>
            <ac:picMk id="6" creationId="{EE95EBCC-3398-FA2A-36E4-65CF78C311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37.126" v="36"/>
          <ac:picMkLst>
            <pc:docMk/>
            <pc:sldMk cId="2019981171" sldId="265"/>
            <ac:picMk id="11" creationId="{24EC08EC-9A85-F017-8486-434DB0226EA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3.939" v="84"/>
        <pc:sldMkLst>
          <pc:docMk/>
          <pc:sldMk cId="1414862730" sldId="266"/>
        </pc:sldMkLst>
        <pc:spChg chg="add mod">
          <ac:chgData name="Rodrigo Samways Pacheco Dos Santos" userId="e962095f-e3b1-48bd-9b4e-699b4adc235a" providerId="ADAL" clId="{68FF21AD-6F4F-41F7-8CB9-ADFA948295D1}" dt="2022-12-21T03:12:43.939" v="84"/>
          <ac:spMkLst>
            <pc:docMk/>
            <pc:sldMk cId="1414862730" sldId="266"/>
            <ac:spMk id="3" creationId="{C03CE515-A393-6831-C2B1-02D155FB8ED8}"/>
          </ac:spMkLst>
        </pc:spChg>
        <pc:spChg chg="del">
          <ac:chgData name="Rodrigo Samways Pacheco Dos Santos" userId="e962095f-e3b1-48bd-9b4e-699b4adc235a" providerId="ADAL" clId="{68FF21AD-6F4F-41F7-8CB9-ADFA948295D1}" dt="2022-12-21T03:12:43.219" v="83" actId="478"/>
          <ac:spMkLst>
            <pc:docMk/>
            <pc:sldMk cId="1414862730" sldId="266"/>
            <ac:spMk id="13" creationId="{4A1445F4-51AE-4450-B783-B7C551FB24FE}"/>
          </ac:spMkLst>
        </pc:spChg>
        <pc:picChg chg="del">
          <ac:chgData name="Rodrigo Samways Pacheco Dos Santos" userId="e962095f-e3b1-48bd-9b4e-699b4adc235a" providerId="ADAL" clId="{68FF21AD-6F4F-41F7-8CB9-ADFA948295D1}" dt="2022-12-21T03:12:42.859" v="82" actId="478"/>
          <ac:picMkLst>
            <pc:docMk/>
            <pc:sldMk cId="1414862730" sldId="266"/>
            <ac:picMk id="2" creationId="{991171A6-12C4-B60C-A867-EFE7392EEC2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3.939" v="84"/>
          <ac:picMkLst>
            <pc:docMk/>
            <pc:sldMk cId="1414862730" sldId="266"/>
            <ac:picMk id="6" creationId="{679B1BDF-B06F-AB80-3337-CE8284F5D78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3.467" v="42"/>
        <pc:sldMkLst>
          <pc:docMk/>
          <pc:sldMk cId="2698162779" sldId="267"/>
        </pc:sldMkLst>
        <pc:spChg chg="add mod">
          <ac:chgData name="Rodrigo Samways Pacheco Dos Santos" userId="e962095f-e3b1-48bd-9b4e-699b4adc235a" providerId="ADAL" clId="{68FF21AD-6F4F-41F7-8CB9-ADFA948295D1}" dt="2022-12-21T03:11:43.467" v="42"/>
          <ac:spMkLst>
            <pc:docMk/>
            <pc:sldMk cId="2698162779" sldId="267"/>
            <ac:spMk id="3" creationId="{E1EF9096-6C60-C42B-A984-B14B6A9031E5}"/>
          </ac:spMkLst>
        </pc:spChg>
        <pc:spChg chg="del">
          <ac:chgData name="Rodrigo Samways Pacheco Dos Santos" userId="e962095f-e3b1-48bd-9b4e-699b4adc235a" providerId="ADAL" clId="{68FF21AD-6F4F-41F7-8CB9-ADFA948295D1}" dt="2022-12-21T03:11:42.675" v="41" actId="478"/>
          <ac:spMkLst>
            <pc:docMk/>
            <pc:sldMk cId="2698162779" sldId="267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2.348" v="40" actId="478"/>
          <ac:picMkLst>
            <pc:docMk/>
            <pc:sldMk cId="2698162779" sldId="267"/>
            <ac:picMk id="2" creationId="{A8B9B367-0EE1-9B4C-0596-65EFD1316D84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3.467" v="42"/>
          <ac:picMkLst>
            <pc:docMk/>
            <pc:sldMk cId="2698162779" sldId="267"/>
            <ac:picMk id="4" creationId="{5BFAA1B4-CC10-AD00-8E5F-8AFB8618EE6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46.667" v="45"/>
        <pc:sldMkLst>
          <pc:docMk/>
          <pc:sldMk cId="3537745814" sldId="268"/>
        </pc:sldMkLst>
        <pc:spChg chg="add mod">
          <ac:chgData name="Rodrigo Samways Pacheco Dos Santos" userId="e962095f-e3b1-48bd-9b4e-699b4adc235a" providerId="ADAL" clId="{68FF21AD-6F4F-41F7-8CB9-ADFA948295D1}" dt="2022-12-21T03:11:46.667" v="45"/>
          <ac:spMkLst>
            <pc:docMk/>
            <pc:sldMk cId="3537745814" sldId="268"/>
            <ac:spMk id="3" creationId="{129786A1-041C-40BA-1381-80EBAA6A4621}"/>
          </ac:spMkLst>
        </pc:spChg>
        <pc:spChg chg="del">
          <ac:chgData name="Rodrigo Samways Pacheco Dos Santos" userId="e962095f-e3b1-48bd-9b4e-699b4adc235a" providerId="ADAL" clId="{68FF21AD-6F4F-41F7-8CB9-ADFA948295D1}" dt="2022-12-21T03:11:45.829" v="44" actId="478"/>
          <ac:spMkLst>
            <pc:docMk/>
            <pc:sldMk cId="3537745814" sldId="268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5.508" v="43" actId="478"/>
          <ac:picMkLst>
            <pc:docMk/>
            <pc:sldMk cId="3537745814" sldId="268"/>
            <ac:picMk id="2" creationId="{6571A94B-DCBF-7180-3CA9-A37B44EBFD3B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46.667" v="45"/>
          <ac:picMkLst>
            <pc:docMk/>
            <pc:sldMk cId="3537745814" sldId="268"/>
            <ac:picMk id="4" creationId="{C0AE6DD8-D012-5E65-950A-E1C6FB32C68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0.381" v="48"/>
        <pc:sldMkLst>
          <pc:docMk/>
          <pc:sldMk cId="2095161010" sldId="269"/>
        </pc:sldMkLst>
        <pc:spChg chg="add mod">
          <ac:chgData name="Rodrigo Samways Pacheco Dos Santos" userId="e962095f-e3b1-48bd-9b4e-699b4adc235a" providerId="ADAL" clId="{68FF21AD-6F4F-41F7-8CB9-ADFA948295D1}" dt="2022-12-21T03:11:50.381" v="48"/>
          <ac:spMkLst>
            <pc:docMk/>
            <pc:sldMk cId="2095161010" sldId="269"/>
            <ac:spMk id="3" creationId="{193BA63E-F5A0-6364-6AEF-7E94C7C775FF}"/>
          </ac:spMkLst>
        </pc:spChg>
        <pc:spChg chg="del">
          <ac:chgData name="Rodrigo Samways Pacheco Dos Santos" userId="e962095f-e3b1-48bd-9b4e-699b4adc235a" providerId="ADAL" clId="{68FF21AD-6F4F-41F7-8CB9-ADFA948295D1}" dt="2022-12-21T03:11:49.556" v="47" actId="478"/>
          <ac:spMkLst>
            <pc:docMk/>
            <pc:sldMk cId="2095161010" sldId="269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49.164" v="46" actId="478"/>
          <ac:picMkLst>
            <pc:docMk/>
            <pc:sldMk cId="2095161010" sldId="269"/>
            <ac:picMk id="2" creationId="{1A1DF07D-3163-9292-AB08-C8EE99F07FFF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0.381" v="48"/>
          <ac:picMkLst>
            <pc:docMk/>
            <pc:sldMk cId="2095161010" sldId="269"/>
            <ac:picMk id="4" creationId="{917A4D80-BFC9-87E3-CADD-56F5C45E2CF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3.754" v="51"/>
        <pc:sldMkLst>
          <pc:docMk/>
          <pc:sldMk cId="984936488" sldId="270"/>
        </pc:sldMkLst>
        <pc:spChg chg="add mod">
          <ac:chgData name="Rodrigo Samways Pacheco Dos Santos" userId="e962095f-e3b1-48bd-9b4e-699b4adc235a" providerId="ADAL" clId="{68FF21AD-6F4F-41F7-8CB9-ADFA948295D1}" dt="2022-12-21T03:11:53.754" v="51"/>
          <ac:spMkLst>
            <pc:docMk/>
            <pc:sldMk cId="984936488" sldId="270"/>
            <ac:spMk id="3" creationId="{C8F8332E-EC77-53BB-D42E-6C129EE05583}"/>
          </ac:spMkLst>
        </pc:spChg>
        <pc:spChg chg="del">
          <ac:chgData name="Rodrigo Samways Pacheco Dos Santos" userId="e962095f-e3b1-48bd-9b4e-699b4adc235a" providerId="ADAL" clId="{68FF21AD-6F4F-41F7-8CB9-ADFA948295D1}" dt="2022-12-21T03:11:52.891" v="50" actId="478"/>
          <ac:spMkLst>
            <pc:docMk/>
            <pc:sldMk cId="984936488" sldId="270"/>
            <ac:spMk id="25" creationId="{F7E3B2B5-17AF-46A5-BBEF-5924942904E0}"/>
          </ac:spMkLst>
        </pc:spChg>
        <pc:picChg chg="del">
          <ac:chgData name="Rodrigo Samways Pacheco Dos Santos" userId="e962095f-e3b1-48bd-9b4e-699b4adc235a" providerId="ADAL" clId="{68FF21AD-6F4F-41F7-8CB9-ADFA948295D1}" dt="2022-12-21T03:11:52.524" v="49" actId="478"/>
          <ac:picMkLst>
            <pc:docMk/>
            <pc:sldMk cId="984936488" sldId="270"/>
            <ac:picMk id="2" creationId="{C98989CA-81AD-62E6-D81E-0ECEE356EA57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3.754" v="51"/>
          <ac:picMkLst>
            <pc:docMk/>
            <pc:sldMk cId="984936488" sldId="270"/>
            <ac:picMk id="4" creationId="{8FC207C4-EE69-59E4-7861-754ED56AB0F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3.483" v="60"/>
        <pc:sldMkLst>
          <pc:docMk/>
          <pc:sldMk cId="3228403919" sldId="272"/>
        </pc:sldMkLst>
        <pc:spChg chg="add mod">
          <ac:chgData name="Rodrigo Samways Pacheco Dos Santos" userId="e962095f-e3b1-48bd-9b4e-699b4adc235a" providerId="ADAL" clId="{68FF21AD-6F4F-41F7-8CB9-ADFA948295D1}" dt="2022-12-21T03:12:03.483" v="60"/>
          <ac:spMkLst>
            <pc:docMk/>
            <pc:sldMk cId="3228403919" sldId="272"/>
            <ac:spMk id="7" creationId="{2FC1938E-C2AE-9464-86DC-FE294858FC9F}"/>
          </ac:spMkLst>
        </pc:spChg>
        <pc:spChg chg="del">
          <ac:chgData name="Rodrigo Samways Pacheco Dos Santos" userId="e962095f-e3b1-48bd-9b4e-699b4adc235a" providerId="ADAL" clId="{68FF21AD-6F4F-41F7-8CB9-ADFA948295D1}" dt="2022-12-21T03:12:02.787" v="59" actId="478"/>
          <ac:spMkLst>
            <pc:docMk/>
            <pc:sldMk cId="3228403919" sldId="27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2.483" v="58" actId="478"/>
          <ac:picMkLst>
            <pc:docMk/>
            <pc:sldMk cId="3228403919" sldId="272"/>
            <ac:picMk id="2" creationId="{DAEB0B76-5D87-FAD3-3DF5-A2F754BB978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3.483" v="60"/>
          <ac:picMkLst>
            <pc:docMk/>
            <pc:sldMk cId="3228403919" sldId="272"/>
            <ac:picMk id="9" creationId="{E476E346-9365-EC14-2A93-45742D16E78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7.227" v="63"/>
        <pc:sldMkLst>
          <pc:docMk/>
          <pc:sldMk cId="3341564460" sldId="273"/>
        </pc:sldMkLst>
        <pc:spChg chg="add mod">
          <ac:chgData name="Rodrigo Samways Pacheco Dos Santos" userId="e962095f-e3b1-48bd-9b4e-699b4adc235a" providerId="ADAL" clId="{68FF21AD-6F4F-41F7-8CB9-ADFA948295D1}" dt="2022-12-21T03:12:07.227" v="63"/>
          <ac:spMkLst>
            <pc:docMk/>
            <pc:sldMk cId="3341564460" sldId="273"/>
            <ac:spMk id="3" creationId="{D4CE1F27-BE0C-11DB-C7D7-48AB62D0F052}"/>
          </ac:spMkLst>
        </pc:spChg>
        <pc:spChg chg="del">
          <ac:chgData name="Rodrigo Samways Pacheco Dos Santos" userId="e962095f-e3b1-48bd-9b4e-699b4adc235a" providerId="ADAL" clId="{68FF21AD-6F4F-41F7-8CB9-ADFA948295D1}" dt="2022-12-21T03:12:06.252" v="62" actId="478"/>
          <ac:spMkLst>
            <pc:docMk/>
            <pc:sldMk cId="3341564460" sldId="27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5.883" v="61" actId="478"/>
          <ac:picMkLst>
            <pc:docMk/>
            <pc:sldMk cId="3341564460" sldId="273"/>
            <ac:picMk id="2" creationId="{931D8373-C6B5-E93C-D8FA-4BB6EFA9C671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7.227" v="63"/>
          <ac:picMkLst>
            <pc:docMk/>
            <pc:sldMk cId="3341564460" sldId="273"/>
            <ac:picMk id="6" creationId="{A247E4BB-3D7D-AF08-BD3F-0B2F09FD18C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09.664" v="66"/>
        <pc:sldMkLst>
          <pc:docMk/>
          <pc:sldMk cId="906642958" sldId="274"/>
        </pc:sldMkLst>
        <pc:spChg chg="add mod">
          <ac:chgData name="Rodrigo Samways Pacheco Dos Santos" userId="e962095f-e3b1-48bd-9b4e-699b4adc235a" providerId="ADAL" clId="{68FF21AD-6F4F-41F7-8CB9-ADFA948295D1}" dt="2022-12-21T03:12:09.664" v="66"/>
          <ac:spMkLst>
            <pc:docMk/>
            <pc:sldMk cId="906642958" sldId="274"/>
            <ac:spMk id="6" creationId="{6D011903-C17B-0112-F362-1C28B6824CA3}"/>
          </ac:spMkLst>
        </pc:spChg>
        <pc:spChg chg="del">
          <ac:chgData name="Rodrigo Samways Pacheco Dos Santos" userId="e962095f-e3b1-48bd-9b4e-699b4adc235a" providerId="ADAL" clId="{68FF21AD-6F4F-41F7-8CB9-ADFA948295D1}" dt="2022-12-21T03:12:08.979" v="65" actId="478"/>
          <ac:spMkLst>
            <pc:docMk/>
            <pc:sldMk cId="906642958" sldId="27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08.603" v="64" actId="478"/>
          <ac:picMkLst>
            <pc:docMk/>
            <pc:sldMk cId="906642958" sldId="274"/>
            <ac:picMk id="3" creationId="{3F8BCE74-3C6C-A5C2-A633-92EF7CA2E510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09.664" v="66"/>
          <ac:picMkLst>
            <pc:docMk/>
            <pc:sldMk cId="906642958" sldId="274"/>
            <ac:picMk id="7" creationId="{99CFCC22-0670-007B-49F6-01925A4C6BC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5.541" v="72"/>
        <pc:sldMkLst>
          <pc:docMk/>
          <pc:sldMk cId="3482342652" sldId="275"/>
        </pc:sldMkLst>
        <pc:spChg chg="add mod">
          <ac:chgData name="Rodrigo Samways Pacheco Dos Santos" userId="e962095f-e3b1-48bd-9b4e-699b4adc235a" providerId="ADAL" clId="{68FF21AD-6F4F-41F7-8CB9-ADFA948295D1}" dt="2022-12-21T03:12:15.541" v="72"/>
          <ac:spMkLst>
            <pc:docMk/>
            <pc:sldMk cId="3482342652" sldId="275"/>
            <ac:spMk id="6" creationId="{DEA047A7-2CDC-7595-2B84-E99A2BAA9A0D}"/>
          </ac:spMkLst>
        </pc:spChg>
        <pc:spChg chg="del">
          <ac:chgData name="Rodrigo Samways Pacheco Dos Santos" userId="e962095f-e3b1-48bd-9b4e-699b4adc235a" providerId="ADAL" clId="{68FF21AD-6F4F-41F7-8CB9-ADFA948295D1}" dt="2022-12-21T03:12:14.827" v="71" actId="478"/>
          <ac:spMkLst>
            <pc:docMk/>
            <pc:sldMk cId="3482342652" sldId="27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4.291" v="70" actId="478"/>
          <ac:picMkLst>
            <pc:docMk/>
            <pc:sldMk cId="3482342652" sldId="275"/>
            <ac:picMk id="3" creationId="{B337E91B-75EC-9B0A-0439-825447D03F77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5.541" v="72"/>
          <ac:picMkLst>
            <pc:docMk/>
            <pc:sldMk cId="3482342652" sldId="275"/>
            <ac:picMk id="7" creationId="{71B65F1C-A491-AF8F-5935-59F381D8A321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5.233" v="81"/>
        <pc:sldMkLst>
          <pc:docMk/>
          <pc:sldMk cId="2222409336" sldId="276"/>
        </pc:sldMkLst>
        <pc:spChg chg="add mod">
          <ac:chgData name="Rodrigo Samways Pacheco Dos Santos" userId="e962095f-e3b1-48bd-9b4e-699b4adc235a" providerId="ADAL" clId="{68FF21AD-6F4F-41F7-8CB9-ADFA948295D1}" dt="2022-12-21T03:12:25.233" v="81"/>
          <ac:spMkLst>
            <pc:docMk/>
            <pc:sldMk cId="2222409336" sldId="276"/>
            <ac:spMk id="3" creationId="{1F903EC6-7EC5-CEC2-563D-D788C2284E9F}"/>
          </ac:spMkLst>
        </pc:spChg>
        <pc:spChg chg="del">
          <ac:chgData name="Rodrigo Samways Pacheco Dos Santos" userId="e962095f-e3b1-48bd-9b4e-699b4adc235a" providerId="ADAL" clId="{68FF21AD-6F4F-41F7-8CB9-ADFA948295D1}" dt="2022-12-21T03:12:24.459" v="80" actId="478"/>
          <ac:spMkLst>
            <pc:docMk/>
            <pc:sldMk cId="2222409336" sldId="27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4.163" v="79" actId="478"/>
          <ac:picMkLst>
            <pc:docMk/>
            <pc:sldMk cId="2222409336" sldId="276"/>
            <ac:picMk id="2" creationId="{7D36B8AC-9F8E-B280-4E1E-FC3A339EC024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5.233" v="81"/>
          <ac:picMkLst>
            <pc:docMk/>
            <pc:sldMk cId="2222409336" sldId="276"/>
            <ac:picMk id="7" creationId="{4BA70B15-4719-C2D1-89AE-A57D595315D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5.760" v="96"/>
        <pc:sldMkLst>
          <pc:docMk/>
          <pc:sldMk cId="854883647" sldId="278"/>
        </pc:sldMkLst>
        <pc:spChg chg="add mod">
          <ac:chgData name="Rodrigo Samways Pacheco Dos Santos" userId="e962095f-e3b1-48bd-9b4e-699b4adc235a" providerId="ADAL" clId="{68FF21AD-6F4F-41F7-8CB9-ADFA948295D1}" dt="2022-12-21T03:12:55.760" v="96"/>
          <ac:spMkLst>
            <pc:docMk/>
            <pc:sldMk cId="854883647" sldId="278"/>
            <ac:spMk id="5" creationId="{4632A9D4-5BEB-A1B4-3778-000643165E24}"/>
          </ac:spMkLst>
        </pc:spChg>
        <pc:spChg chg="del">
          <ac:chgData name="Rodrigo Samways Pacheco Dos Santos" userId="e962095f-e3b1-48bd-9b4e-699b4adc235a" providerId="ADAL" clId="{68FF21AD-6F4F-41F7-8CB9-ADFA948295D1}" dt="2022-12-21T03:12:55.131" v="95" actId="478"/>
          <ac:spMkLst>
            <pc:docMk/>
            <pc:sldMk cId="854883647" sldId="278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4.835" v="94" actId="478"/>
          <ac:picMkLst>
            <pc:docMk/>
            <pc:sldMk cId="854883647" sldId="278"/>
            <ac:picMk id="3" creationId="{58FE3054-E97D-F467-B493-80791EB9A8E9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5.760" v="96"/>
          <ac:picMkLst>
            <pc:docMk/>
            <pc:sldMk cId="854883647" sldId="278"/>
            <ac:picMk id="6" creationId="{E1F34FEB-D07A-67DE-8202-7975077EF96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9.858" v="90"/>
        <pc:sldMkLst>
          <pc:docMk/>
          <pc:sldMk cId="4060687447" sldId="279"/>
        </pc:sldMkLst>
        <pc:spChg chg="add mod">
          <ac:chgData name="Rodrigo Samways Pacheco Dos Santos" userId="e962095f-e3b1-48bd-9b4e-699b4adc235a" providerId="ADAL" clId="{68FF21AD-6F4F-41F7-8CB9-ADFA948295D1}" dt="2022-12-21T03:12:49.858" v="90"/>
          <ac:spMkLst>
            <pc:docMk/>
            <pc:sldMk cId="4060687447" sldId="279"/>
            <ac:spMk id="5" creationId="{610F0D4C-057B-623C-9822-14F7CD819027}"/>
          </ac:spMkLst>
        </pc:spChg>
        <pc:spChg chg="del">
          <ac:chgData name="Rodrigo Samways Pacheco Dos Santos" userId="e962095f-e3b1-48bd-9b4e-699b4adc235a" providerId="ADAL" clId="{68FF21AD-6F4F-41F7-8CB9-ADFA948295D1}" dt="2022-12-21T03:12:49.131" v="89" actId="478"/>
          <ac:spMkLst>
            <pc:docMk/>
            <pc:sldMk cId="4060687447" sldId="279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48.836" v="88" actId="478"/>
          <ac:picMkLst>
            <pc:docMk/>
            <pc:sldMk cId="4060687447" sldId="279"/>
            <ac:picMk id="3" creationId="{8017D479-116F-F92E-4FAD-3D959C28EC05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9.858" v="90"/>
          <ac:picMkLst>
            <pc:docMk/>
            <pc:sldMk cId="4060687447" sldId="279"/>
            <ac:picMk id="6" creationId="{37A60055-9DD9-D1FE-6FF6-0402BD4E7A1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2.780" v="93"/>
        <pc:sldMkLst>
          <pc:docMk/>
          <pc:sldMk cId="1337485278" sldId="280"/>
        </pc:sldMkLst>
        <pc:spChg chg="add mod">
          <ac:chgData name="Rodrigo Samways Pacheco Dos Santos" userId="e962095f-e3b1-48bd-9b4e-699b4adc235a" providerId="ADAL" clId="{68FF21AD-6F4F-41F7-8CB9-ADFA948295D1}" dt="2022-12-21T03:12:52.780" v="93"/>
          <ac:spMkLst>
            <pc:docMk/>
            <pc:sldMk cId="1337485278" sldId="280"/>
            <ac:spMk id="5" creationId="{88770D96-1D65-00E2-2C8A-F2351F1CBE54}"/>
          </ac:spMkLst>
        </pc:spChg>
        <pc:spChg chg="del">
          <ac:chgData name="Rodrigo Samways Pacheco Dos Santos" userId="e962095f-e3b1-48bd-9b4e-699b4adc235a" providerId="ADAL" clId="{68FF21AD-6F4F-41F7-8CB9-ADFA948295D1}" dt="2022-12-21T03:12:52.042" v="92" actId="478"/>
          <ac:spMkLst>
            <pc:docMk/>
            <pc:sldMk cId="1337485278" sldId="280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1.723" v="91" actId="478"/>
          <ac:picMkLst>
            <pc:docMk/>
            <pc:sldMk cId="1337485278" sldId="280"/>
            <ac:picMk id="3" creationId="{2F750419-C8A2-5370-BB70-EF5BFBFEE0C2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2.780" v="93"/>
          <ac:picMkLst>
            <pc:docMk/>
            <pc:sldMk cId="1337485278" sldId="280"/>
            <ac:picMk id="6" creationId="{47EB180E-E11A-F4B7-1188-7A4B9E6C5060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58.714" v="99"/>
        <pc:sldMkLst>
          <pc:docMk/>
          <pc:sldMk cId="290528325" sldId="281"/>
        </pc:sldMkLst>
        <pc:spChg chg="add mod">
          <ac:chgData name="Rodrigo Samways Pacheco Dos Santos" userId="e962095f-e3b1-48bd-9b4e-699b4adc235a" providerId="ADAL" clId="{68FF21AD-6F4F-41F7-8CB9-ADFA948295D1}" dt="2022-12-21T03:12:58.714" v="99"/>
          <ac:spMkLst>
            <pc:docMk/>
            <pc:sldMk cId="290528325" sldId="281"/>
            <ac:spMk id="5" creationId="{BDEA9D67-F338-99CE-A249-A9D6595B9FF0}"/>
          </ac:spMkLst>
        </pc:spChg>
        <pc:spChg chg="del">
          <ac:chgData name="Rodrigo Samways Pacheco Dos Santos" userId="e962095f-e3b1-48bd-9b4e-699b4adc235a" providerId="ADAL" clId="{68FF21AD-6F4F-41F7-8CB9-ADFA948295D1}" dt="2022-12-21T03:12:57.995" v="98" actId="478"/>
          <ac:spMkLst>
            <pc:docMk/>
            <pc:sldMk cId="290528325" sldId="281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57.707" v="97" actId="478"/>
          <ac:picMkLst>
            <pc:docMk/>
            <pc:sldMk cId="290528325" sldId="281"/>
            <ac:picMk id="3" creationId="{0B835006-F2B4-9075-6B3A-B304F814B89A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58.714" v="99"/>
          <ac:picMkLst>
            <pc:docMk/>
            <pc:sldMk cId="290528325" sldId="281"/>
            <ac:picMk id="6" creationId="{312AADD8-C7CA-35D8-A58D-B0407A0CFF2D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1.714" v="102"/>
        <pc:sldMkLst>
          <pc:docMk/>
          <pc:sldMk cId="1680312990" sldId="282"/>
        </pc:sldMkLst>
        <pc:spChg chg="add mod">
          <ac:chgData name="Rodrigo Samways Pacheco Dos Santos" userId="e962095f-e3b1-48bd-9b4e-699b4adc235a" providerId="ADAL" clId="{68FF21AD-6F4F-41F7-8CB9-ADFA948295D1}" dt="2022-12-21T03:13:01.714" v="102"/>
          <ac:spMkLst>
            <pc:docMk/>
            <pc:sldMk cId="1680312990" sldId="282"/>
            <ac:spMk id="5" creationId="{5AB51CFC-96A2-4B65-2F93-DA38DD041B4F}"/>
          </ac:spMkLst>
        </pc:spChg>
        <pc:spChg chg="del">
          <ac:chgData name="Rodrigo Samways Pacheco Dos Santos" userId="e962095f-e3b1-48bd-9b4e-699b4adc235a" providerId="ADAL" clId="{68FF21AD-6F4F-41F7-8CB9-ADFA948295D1}" dt="2022-12-21T03:13:00.660" v="101" actId="478"/>
          <ac:spMkLst>
            <pc:docMk/>
            <pc:sldMk cId="1680312990" sldId="282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0.363" v="100" actId="478"/>
          <ac:picMkLst>
            <pc:docMk/>
            <pc:sldMk cId="1680312990" sldId="282"/>
            <ac:picMk id="3" creationId="{6A307FF4-0FAE-5B70-3DC2-F437473CDE53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1.714" v="102"/>
          <ac:picMkLst>
            <pc:docMk/>
            <pc:sldMk cId="1680312990" sldId="282"/>
            <ac:picMk id="6" creationId="{1E53E4A6-0EB4-6D7C-DABC-31FE0218D50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04.455" v="105"/>
        <pc:sldMkLst>
          <pc:docMk/>
          <pc:sldMk cId="234708267" sldId="283"/>
        </pc:sldMkLst>
        <pc:spChg chg="add mod">
          <ac:chgData name="Rodrigo Samways Pacheco Dos Santos" userId="e962095f-e3b1-48bd-9b4e-699b4adc235a" providerId="ADAL" clId="{68FF21AD-6F4F-41F7-8CB9-ADFA948295D1}" dt="2022-12-21T03:13:04.455" v="105"/>
          <ac:spMkLst>
            <pc:docMk/>
            <pc:sldMk cId="234708267" sldId="283"/>
            <ac:spMk id="5" creationId="{5EB91226-05FE-12C1-7655-A122094A7F85}"/>
          </ac:spMkLst>
        </pc:spChg>
        <pc:spChg chg="del">
          <ac:chgData name="Rodrigo Samways Pacheco Dos Santos" userId="e962095f-e3b1-48bd-9b4e-699b4adc235a" providerId="ADAL" clId="{68FF21AD-6F4F-41F7-8CB9-ADFA948295D1}" dt="2022-12-21T03:13:03.770" v="104" actId="478"/>
          <ac:spMkLst>
            <pc:docMk/>
            <pc:sldMk cId="234708267" sldId="283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3.515" v="103" actId="478"/>
          <ac:picMkLst>
            <pc:docMk/>
            <pc:sldMk cId="234708267" sldId="283"/>
            <ac:picMk id="3" creationId="{4F1BD6B0-F52A-F1A0-4714-29B74F4F93EA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04.455" v="105"/>
          <ac:picMkLst>
            <pc:docMk/>
            <pc:sldMk cId="234708267" sldId="283"/>
            <ac:picMk id="6" creationId="{6C718F89-A85E-B622-535A-D996184464E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2.126" v="110"/>
        <pc:sldMkLst>
          <pc:docMk/>
          <pc:sldMk cId="3901731523" sldId="284"/>
        </pc:sldMkLst>
        <pc:spChg chg="add del mod">
          <ac:chgData name="Rodrigo Samways Pacheco Dos Santos" userId="e962095f-e3b1-48bd-9b4e-699b4adc235a" providerId="ADAL" clId="{68FF21AD-6F4F-41F7-8CB9-ADFA948295D1}" dt="2022-12-21T03:13:08.179" v="108"/>
          <ac:spMkLst>
            <pc:docMk/>
            <pc:sldMk cId="3901731523" sldId="284"/>
            <ac:spMk id="3" creationId="{9FDF76BB-FDF0-B426-2837-8D26873BC25A}"/>
          </ac:spMkLst>
        </pc:spChg>
        <pc:spChg chg="add mod">
          <ac:chgData name="Rodrigo Samways Pacheco Dos Santos" userId="e962095f-e3b1-48bd-9b4e-699b4adc235a" providerId="ADAL" clId="{68FF21AD-6F4F-41F7-8CB9-ADFA948295D1}" dt="2022-12-21T03:13:12.126" v="110"/>
          <ac:spMkLst>
            <pc:docMk/>
            <pc:sldMk cId="3901731523" sldId="284"/>
            <ac:spMk id="7" creationId="{05EE5456-5C61-FD98-EEC1-B0CDB1339B6E}"/>
          </ac:spMkLst>
        </pc:spChg>
        <pc:spChg chg="del">
          <ac:chgData name="Rodrigo Samways Pacheco Dos Santos" userId="e962095f-e3b1-48bd-9b4e-699b4adc235a" providerId="ADAL" clId="{68FF21AD-6F4F-41F7-8CB9-ADFA948295D1}" dt="2022-12-21T03:13:09.084" v="109" actId="478"/>
          <ac:spMkLst>
            <pc:docMk/>
            <pc:sldMk cId="3901731523" sldId="284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06.188" v="106" actId="478"/>
          <ac:picMkLst>
            <pc:docMk/>
            <pc:sldMk cId="3901731523" sldId="284"/>
            <ac:picMk id="2" creationId="{1D3E7402-CF96-CCAF-2B89-144ED45DD27E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08.179" v="108"/>
          <ac:picMkLst>
            <pc:docMk/>
            <pc:sldMk cId="3901731523" sldId="284"/>
            <ac:picMk id="6" creationId="{DD96B1DF-DD09-C259-A263-74BE7175C7CF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2.126" v="110"/>
          <ac:picMkLst>
            <pc:docMk/>
            <pc:sldMk cId="3901731523" sldId="284"/>
            <ac:picMk id="9" creationId="{81B83238-D2ED-5938-9E62-90667D160A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4:00.026" v="132" actId="478"/>
        <pc:sldMkLst>
          <pc:docMk/>
          <pc:sldMk cId="2674141166" sldId="285"/>
        </pc:sldMkLst>
        <pc:spChg chg="add del mod">
          <ac:chgData name="Rodrigo Samways Pacheco Dos Santos" userId="e962095f-e3b1-48bd-9b4e-699b4adc235a" providerId="ADAL" clId="{68FF21AD-6F4F-41F7-8CB9-ADFA948295D1}" dt="2022-12-21T03:13:47.324" v="128" actId="478"/>
          <ac:spMkLst>
            <pc:docMk/>
            <pc:sldMk cId="2674141166" sldId="285"/>
            <ac:spMk id="4" creationId="{1D52AFD2-F745-EABC-7C10-2554DE8380CE}"/>
          </ac:spMkLst>
        </pc:spChg>
        <pc:picChg chg="del">
          <ac:chgData name="Rodrigo Samways Pacheco Dos Santos" userId="e962095f-e3b1-48bd-9b4e-699b4adc235a" providerId="ADAL" clId="{68FF21AD-6F4F-41F7-8CB9-ADFA948295D1}" dt="2022-12-21T03:14:00.026" v="132" actId="478"/>
          <ac:picMkLst>
            <pc:docMk/>
            <pc:sldMk cId="2674141166" sldId="285"/>
            <ac:picMk id="2" creationId="{C8652CAE-533E-0006-00CC-4E39986F7A3F}"/>
          </ac:picMkLst>
        </pc:picChg>
        <pc:picChg chg="add del mod">
          <ac:chgData name="Rodrigo Samways Pacheco Dos Santos" userId="e962095f-e3b1-48bd-9b4e-699b4adc235a" providerId="ADAL" clId="{68FF21AD-6F4F-41F7-8CB9-ADFA948295D1}" dt="2022-12-21T03:13:48.732" v="129" actId="478"/>
          <ac:picMkLst>
            <pc:docMk/>
            <pc:sldMk cId="2674141166" sldId="285"/>
            <ac:picMk id="6" creationId="{83D3F9F6-2160-B9F8-63AA-9AD8E2E99401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58.939" v="131" actId="1076"/>
          <ac:picMkLst>
            <pc:docMk/>
            <pc:sldMk cId="2674141166" sldId="285"/>
            <ac:picMk id="7" creationId="{A3FF2AFC-51AB-CB3A-B08D-AF2FDA76FC9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22.605" v="116"/>
        <pc:sldMkLst>
          <pc:docMk/>
          <pc:sldMk cId="1754782584" sldId="286"/>
        </pc:sldMkLst>
        <pc:spChg chg="add mod">
          <ac:chgData name="Rodrigo Samways Pacheco Dos Santos" userId="e962095f-e3b1-48bd-9b4e-699b4adc235a" providerId="ADAL" clId="{68FF21AD-6F4F-41F7-8CB9-ADFA948295D1}" dt="2022-12-21T03:13:22.605" v="116"/>
          <ac:spMkLst>
            <pc:docMk/>
            <pc:sldMk cId="1754782584" sldId="286"/>
            <ac:spMk id="9" creationId="{E27859B1-F30A-E7F8-04B1-5123F3C41940}"/>
          </ac:spMkLst>
        </pc:spChg>
        <pc:spChg chg="del">
          <ac:chgData name="Rodrigo Samways Pacheco Dos Santos" userId="e962095f-e3b1-48bd-9b4e-699b4adc235a" providerId="ADAL" clId="{68FF21AD-6F4F-41F7-8CB9-ADFA948295D1}" dt="2022-12-21T03:13:21.907" v="115" actId="478"/>
          <ac:spMkLst>
            <pc:docMk/>
            <pc:sldMk cId="1754782584" sldId="28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21.539" v="114" actId="478"/>
          <ac:picMkLst>
            <pc:docMk/>
            <pc:sldMk cId="1754782584" sldId="286"/>
            <ac:picMk id="8" creationId="{58C68957-D977-5426-51D5-3DD84A64AFF6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2.605" v="116"/>
          <ac:picMkLst>
            <pc:docMk/>
            <pc:sldMk cId="1754782584" sldId="286"/>
            <ac:picMk id="11" creationId="{4055652D-4CEF-0B7A-BCEC-38AB76700AB4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18.959" v="113"/>
        <pc:sldMkLst>
          <pc:docMk/>
          <pc:sldMk cId="52480338" sldId="287"/>
        </pc:sldMkLst>
        <pc:spChg chg="add mod">
          <ac:chgData name="Rodrigo Samways Pacheco Dos Santos" userId="e962095f-e3b1-48bd-9b4e-699b4adc235a" providerId="ADAL" clId="{68FF21AD-6F4F-41F7-8CB9-ADFA948295D1}" dt="2022-12-21T03:13:18.959" v="113"/>
          <ac:spMkLst>
            <pc:docMk/>
            <pc:sldMk cId="52480338" sldId="287"/>
            <ac:spMk id="6" creationId="{A952539B-A910-972D-968D-71402A6E9CFD}"/>
          </ac:spMkLst>
        </pc:spChg>
        <pc:spChg chg="del">
          <ac:chgData name="Rodrigo Samways Pacheco Dos Santos" userId="e962095f-e3b1-48bd-9b4e-699b4adc235a" providerId="ADAL" clId="{68FF21AD-6F4F-41F7-8CB9-ADFA948295D1}" dt="2022-12-21T03:13:16.867" v="112" actId="478"/>
          <ac:spMkLst>
            <pc:docMk/>
            <pc:sldMk cId="52480338" sldId="28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14.435" v="111" actId="478"/>
          <ac:picMkLst>
            <pc:docMk/>
            <pc:sldMk cId="52480338" sldId="287"/>
            <ac:picMk id="3" creationId="{4E528192-8857-F7AD-E73C-CA7108AC2A50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18.959" v="113"/>
          <ac:picMkLst>
            <pc:docMk/>
            <pc:sldMk cId="52480338" sldId="287"/>
            <ac:picMk id="7" creationId="{DFFCBDC1-6458-E6B2-693B-6AE05578D44B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1:56.757" v="54"/>
        <pc:sldMkLst>
          <pc:docMk/>
          <pc:sldMk cId="255269388" sldId="292"/>
        </pc:sldMkLst>
        <pc:spChg chg="add mod">
          <ac:chgData name="Rodrigo Samways Pacheco Dos Santos" userId="e962095f-e3b1-48bd-9b4e-699b4adc235a" providerId="ADAL" clId="{68FF21AD-6F4F-41F7-8CB9-ADFA948295D1}" dt="2022-12-21T03:11:56.757" v="54"/>
          <ac:spMkLst>
            <pc:docMk/>
            <pc:sldMk cId="255269388" sldId="292"/>
            <ac:spMk id="3" creationId="{E002BF30-D665-42F9-8B1D-D5FDAF25C8A9}"/>
          </ac:spMkLst>
        </pc:spChg>
        <pc:spChg chg="del">
          <ac:chgData name="Rodrigo Samways Pacheco Dos Santos" userId="e962095f-e3b1-48bd-9b4e-699b4adc235a" providerId="ADAL" clId="{68FF21AD-6F4F-41F7-8CB9-ADFA948295D1}" dt="2022-12-21T03:11:56.027" v="53" actId="478"/>
          <ac:spMkLst>
            <pc:docMk/>
            <pc:sldMk cId="255269388" sldId="292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1:55.715" v="52" actId="478"/>
          <ac:picMkLst>
            <pc:docMk/>
            <pc:sldMk cId="255269388" sldId="292"/>
            <ac:picMk id="2" creationId="{C56B4EFF-8991-482F-3B42-90BEC1A8D8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1:56.757" v="54"/>
          <ac:picMkLst>
            <pc:docMk/>
            <pc:sldMk cId="255269388" sldId="292"/>
            <ac:picMk id="4" creationId="{F77D66ED-6895-3E2D-C014-C0F72584C136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38.190" v="123" actId="14100"/>
        <pc:sldMkLst>
          <pc:docMk/>
          <pc:sldMk cId="2869012958" sldId="298"/>
        </pc:sldMkLst>
        <pc:spChg chg="add mod">
          <ac:chgData name="Rodrigo Samways Pacheco Dos Santos" userId="e962095f-e3b1-48bd-9b4e-699b4adc235a" providerId="ADAL" clId="{68FF21AD-6F4F-41F7-8CB9-ADFA948295D1}" dt="2022-12-21T03:13:25.211" v="119"/>
          <ac:spMkLst>
            <pc:docMk/>
            <pc:sldMk cId="2869012958" sldId="298"/>
            <ac:spMk id="3" creationId="{4BBCD555-E543-90AB-090E-2DDCC8ACDA03}"/>
          </ac:spMkLst>
        </pc:spChg>
        <pc:spChg chg="mod">
          <ac:chgData name="Rodrigo Samways Pacheco Dos Santos" userId="e962095f-e3b1-48bd-9b4e-699b4adc235a" providerId="ADAL" clId="{68FF21AD-6F4F-41F7-8CB9-ADFA948295D1}" dt="2022-12-21T03:13:27.715" v="121" actId="1076"/>
          <ac:spMkLst>
            <pc:docMk/>
            <pc:sldMk cId="2869012958" sldId="298"/>
            <ac:spMk id="5" creationId="{37273B20-A093-429E-B36D-BA6CC85DC9EF}"/>
          </ac:spMkLst>
        </pc:spChg>
        <pc:spChg chg="mod">
          <ac:chgData name="Rodrigo Samways Pacheco Dos Santos" userId="e962095f-e3b1-48bd-9b4e-699b4adc235a" providerId="ADAL" clId="{68FF21AD-6F4F-41F7-8CB9-ADFA948295D1}" dt="2022-12-21T03:13:38.190" v="123" actId="14100"/>
          <ac:spMkLst>
            <pc:docMk/>
            <pc:sldMk cId="2869012958" sldId="298"/>
            <ac:spMk id="20" creationId="{62A987BE-238E-4E28-AE56-3DBC978A12F1}"/>
          </ac:spMkLst>
        </pc:spChg>
        <pc:spChg chg="del">
          <ac:chgData name="Rodrigo Samways Pacheco Dos Santos" userId="e962095f-e3b1-48bd-9b4e-699b4adc235a" providerId="ADAL" clId="{68FF21AD-6F4F-41F7-8CB9-ADFA948295D1}" dt="2022-12-21T03:13:24.475" v="118" actId="478"/>
          <ac:spMkLst>
            <pc:docMk/>
            <pc:sldMk cId="2869012958" sldId="298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3:24.066" v="117" actId="478"/>
          <ac:picMkLst>
            <pc:docMk/>
            <pc:sldMk cId="2869012958" sldId="298"/>
            <ac:picMk id="2" creationId="{BFF61E8E-147D-6AE7-A850-904E774B7E02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25.211" v="119"/>
          <ac:picMkLst>
            <pc:docMk/>
            <pc:sldMk cId="2869012958" sldId="298"/>
            <ac:picMk id="4" creationId="{1C14D946-18F8-0075-7272-413DC7F5767A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46.699" v="87"/>
        <pc:sldMkLst>
          <pc:docMk/>
          <pc:sldMk cId="1913814345" sldId="301"/>
        </pc:sldMkLst>
        <pc:spChg chg="add mod">
          <ac:chgData name="Rodrigo Samways Pacheco Dos Santos" userId="e962095f-e3b1-48bd-9b4e-699b4adc235a" providerId="ADAL" clId="{68FF21AD-6F4F-41F7-8CB9-ADFA948295D1}" dt="2022-12-21T03:12:46.699" v="87"/>
          <ac:spMkLst>
            <pc:docMk/>
            <pc:sldMk cId="1913814345" sldId="301"/>
            <ac:spMk id="3" creationId="{46BE4D0C-4EF9-7785-BE22-BE95BF011F6B}"/>
          </ac:spMkLst>
        </pc:spChg>
        <pc:spChg chg="del">
          <ac:chgData name="Rodrigo Samways Pacheco Dos Santos" userId="e962095f-e3b1-48bd-9b4e-699b4adc235a" providerId="ADAL" clId="{68FF21AD-6F4F-41F7-8CB9-ADFA948295D1}" dt="2022-12-21T03:12:46.003" v="86" actId="478"/>
          <ac:spMkLst>
            <pc:docMk/>
            <pc:sldMk cId="1913814345" sldId="301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45.724" v="85" actId="478"/>
          <ac:picMkLst>
            <pc:docMk/>
            <pc:sldMk cId="1913814345" sldId="301"/>
            <ac:picMk id="2" creationId="{DD1FF16E-33FB-5B49-E462-E1864241708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46.699" v="87"/>
          <ac:picMkLst>
            <pc:docMk/>
            <pc:sldMk cId="1913814345" sldId="301"/>
            <ac:picMk id="4" creationId="{A429AEF5-F6D4-C664-8830-A73231C114F8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8.732" v="75"/>
        <pc:sldMkLst>
          <pc:docMk/>
          <pc:sldMk cId="1644907401" sldId="304"/>
        </pc:sldMkLst>
        <pc:spChg chg="add mod">
          <ac:chgData name="Rodrigo Samways Pacheco Dos Santos" userId="e962095f-e3b1-48bd-9b4e-699b4adc235a" providerId="ADAL" clId="{68FF21AD-6F4F-41F7-8CB9-ADFA948295D1}" dt="2022-12-21T03:12:18.732" v="75"/>
          <ac:spMkLst>
            <pc:docMk/>
            <pc:sldMk cId="1644907401" sldId="304"/>
            <ac:spMk id="3" creationId="{29A0C48C-62AD-D60C-9C01-304DE90562F2}"/>
          </ac:spMkLst>
        </pc:spChg>
        <pc:spChg chg="del">
          <ac:chgData name="Rodrigo Samways Pacheco Dos Santos" userId="e962095f-e3b1-48bd-9b4e-699b4adc235a" providerId="ADAL" clId="{68FF21AD-6F4F-41F7-8CB9-ADFA948295D1}" dt="2022-12-21T03:12:17.995" v="74" actId="478"/>
          <ac:spMkLst>
            <pc:docMk/>
            <pc:sldMk cId="1644907401" sldId="304"/>
            <ac:spMk id="24" creationId="{127733B9-3DDF-488F-BD32-BA00A15765AF}"/>
          </ac:spMkLst>
        </pc:spChg>
        <pc:picChg chg="del">
          <ac:chgData name="Rodrigo Samways Pacheco Dos Santos" userId="e962095f-e3b1-48bd-9b4e-699b4adc235a" providerId="ADAL" clId="{68FF21AD-6F4F-41F7-8CB9-ADFA948295D1}" dt="2022-12-21T03:12:17.635" v="73" actId="478"/>
          <ac:picMkLst>
            <pc:docMk/>
            <pc:sldMk cId="1644907401" sldId="304"/>
            <ac:picMk id="2" creationId="{261A6A53-FFE2-F7B8-0917-DF2C3390417C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8.732" v="75"/>
          <ac:picMkLst>
            <pc:docMk/>
            <pc:sldMk cId="1644907401" sldId="304"/>
            <ac:picMk id="4" creationId="{3943D3EA-EE17-41FE-16DF-1BB49DF9F899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3:43.123" v="126"/>
        <pc:sldMkLst>
          <pc:docMk/>
          <pc:sldMk cId="749528310" sldId="305"/>
        </pc:sldMkLst>
        <pc:spChg chg="add mod">
          <ac:chgData name="Rodrigo Samways Pacheco Dos Santos" userId="e962095f-e3b1-48bd-9b4e-699b4adc235a" providerId="ADAL" clId="{68FF21AD-6F4F-41F7-8CB9-ADFA948295D1}" dt="2022-12-21T03:13:43.123" v="126"/>
          <ac:spMkLst>
            <pc:docMk/>
            <pc:sldMk cId="749528310" sldId="305"/>
            <ac:spMk id="3" creationId="{2429DE08-9DE8-5D38-0588-ECD606ADF1C8}"/>
          </ac:spMkLst>
        </pc:spChg>
        <pc:spChg chg="del">
          <ac:chgData name="Rodrigo Samways Pacheco Dos Santos" userId="e962095f-e3b1-48bd-9b4e-699b4adc235a" providerId="ADAL" clId="{68FF21AD-6F4F-41F7-8CB9-ADFA948295D1}" dt="2022-12-21T03:13:41.899" v="124" actId="478"/>
          <ac:spMkLst>
            <pc:docMk/>
            <pc:sldMk cId="749528310" sldId="305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3:42.251" v="125" actId="478"/>
          <ac:picMkLst>
            <pc:docMk/>
            <pc:sldMk cId="749528310" sldId="305"/>
            <ac:picMk id="2" creationId="{64C0FA66-E204-7D2B-6C04-1B05FA00A0E7}"/>
          </ac:picMkLst>
        </pc:picChg>
        <pc:picChg chg="add mod">
          <ac:chgData name="Rodrigo Samways Pacheco Dos Santos" userId="e962095f-e3b1-48bd-9b4e-699b4adc235a" providerId="ADAL" clId="{68FF21AD-6F4F-41F7-8CB9-ADFA948295D1}" dt="2022-12-21T03:13:43.123" v="126"/>
          <ac:picMkLst>
            <pc:docMk/>
            <pc:sldMk cId="749528310" sldId="305"/>
            <ac:picMk id="6" creationId="{6389DA65-90E0-D364-7B39-C2C1FF9BE185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12.323" v="69"/>
        <pc:sldMkLst>
          <pc:docMk/>
          <pc:sldMk cId="3694899755" sldId="306"/>
        </pc:sldMkLst>
        <pc:spChg chg="add mod">
          <ac:chgData name="Rodrigo Samways Pacheco Dos Santos" userId="e962095f-e3b1-48bd-9b4e-699b4adc235a" providerId="ADAL" clId="{68FF21AD-6F4F-41F7-8CB9-ADFA948295D1}" dt="2022-12-21T03:12:12.323" v="69"/>
          <ac:spMkLst>
            <pc:docMk/>
            <pc:sldMk cId="3694899755" sldId="306"/>
            <ac:spMk id="3" creationId="{53742DFB-E6E2-A21E-7B7D-99EC5162358F}"/>
          </ac:spMkLst>
        </pc:spChg>
        <pc:spChg chg="del">
          <ac:chgData name="Rodrigo Samways Pacheco Dos Santos" userId="e962095f-e3b1-48bd-9b4e-699b4adc235a" providerId="ADAL" clId="{68FF21AD-6F4F-41F7-8CB9-ADFA948295D1}" dt="2022-12-21T03:12:11.603" v="68" actId="478"/>
          <ac:spMkLst>
            <pc:docMk/>
            <pc:sldMk cId="3694899755" sldId="306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11.315" v="67" actId="478"/>
          <ac:picMkLst>
            <pc:docMk/>
            <pc:sldMk cId="3694899755" sldId="306"/>
            <ac:picMk id="2" creationId="{4F7A253E-8A97-D04B-7193-AF21E410A8AE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12.323" v="69"/>
          <ac:picMkLst>
            <pc:docMk/>
            <pc:sldMk cId="3694899755" sldId="306"/>
            <ac:picMk id="7" creationId="{162A1849-44E6-A0CC-C66C-6A90CF99AFC3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2:22.288" v="78"/>
        <pc:sldMkLst>
          <pc:docMk/>
          <pc:sldMk cId="52805358" sldId="307"/>
        </pc:sldMkLst>
        <pc:spChg chg="add mod">
          <ac:chgData name="Rodrigo Samways Pacheco Dos Santos" userId="e962095f-e3b1-48bd-9b4e-699b4adc235a" providerId="ADAL" clId="{68FF21AD-6F4F-41F7-8CB9-ADFA948295D1}" dt="2022-12-21T03:12:22.288" v="78"/>
          <ac:spMkLst>
            <pc:docMk/>
            <pc:sldMk cId="52805358" sldId="307"/>
            <ac:spMk id="5" creationId="{96EEA1DC-D32F-03B4-B36D-8116945E6FBD}"/>
          </ac:spMkLst>
        </pc:spChg>
        <pc:spChg chg="del">
          <ac:chgData name="Rodrigo Samways Pacheco Dos Santos" userId="e962095f-e3b1-48bd-9b4e-699b4adc235a" providerId="ADAL" clId="{68FF21AD-6F4F-41F7-8CB9-ADFA948295D1}" dt="2022-12-21T03:12:21.517" v="77" actId="478"/>
          <ac:spMkLst>
            <pc:docMk/>
            <pc:sldMk cId="52805358" sldId="307"/>
            <ac:spMk id="18" creationId="{8A3CE354-051F-49D1-AC38-3521AC98F105}"/>
          </ac:spMkLst>
        </pc:spChg>
        <pc:picChg chg="del">
          <ac:chgData name="Rodrigo Samways Pacheco Dos Santos" userId="e962095f-e3b1-48bd-9b4e-699b4adc235a" providerId="ADAL" clId="{68FF21AD-6F4F-41F7-8CB9-ADFA948295D1}" dt="2022-12-21T03:12:21.226" v="76" actId="478"/>
          <ac:picMkLst>
            <pc:docMk/>
            <pc:sldMk cId="52805358" sldId="307"/>
            <ac:picMk id="2" creationId="{C3B53736-6A04-A2FA-0665-D26D5431E133}"/>
          </ac:picMkLst>
        </pc:picChg>
        <pc:picChg chg="add mod">
          <ac:chgData name="Rodrigo Samways Pacheco Dos Santos" userId="e962095f-e3b1-48bd-9b4e-699b4adc235a" providerId="ADAL" clId="{68FF21AD-6F4F-41F7-8CB9-ADFA948295D1}" dt="2022-12-21T03:12:22.288" v="78"/>
          <ac:picMkLst>
            <pc:docMk/>
            <pc:sldMk cId="52805358" sldId="307"/>
            <ac:picMk id="6" creationId="{59D5F7A4-ADCC-28AA-3FE7-BA67EDB3AD0C}"/>
          </ac:picMkLst>
        </pc:picChg>
      </pc:sldChg>
      <pc:sldChg chg="addSp delSp modSp mod">
        <pc:chgData name="Rodrigo Samways Pacheco Dos Santos" userId="e962095f-e3b1-48bd-9b4e-699b4adc235a" providerId="ADAL" clId="{68FF21AD-6F4F-41F7-8CB9-ADFA948295D1}" dt="2022-12-21T03:10:48.995" v="14" actId="478"/>
        <pc:sldMkLst>
          <pc:docMk/>
          <pc:sldMk cId="2570752246" sldId="317"/>
        </pc:sldMkLst>
        <pc:picChg chg="del">
          <ac:chgData name="Rodrigo Samways Pacheco Dos Santos" userId="e962095f-e3b1-48bd-9b4e-699b4adc235a" providerId="ADAL" clId="{68FF21AD-6F4F-41F7-8CB9-ADFA948295D1}" dt="2022-12-21T03:10:48.995" v="14" actId="478"/>
          <ac:picMkLst>
            <pc:docMk/>
            <pc:sldMk cId="2570752246" sldId="317"/>
            <ac:picMk id="2" creationId="{6B567CC9-281A-937D-972C-BCD251C54411}"/>
          </ac:picMkLst>
        </pc:picChg>
        <pc:picChg chg="add mod">
          <ac:chgData name="Rodrigo Samways Pacheco Dos Santos" userId="e962095f-e3b1-48bd-9b4e-699b4adc235a" providerId="ADAL" clId="{68FF21AD-6F4F-41F7-8CB9-ADFA948295D1}" dt="2022-12-21T03:10:42.349" v="13" actId="207"/>
          <ac:picMkLst>
            <pc:docMk/>
            <pc:sldMk cId="2570752246" sldId="317"/>
            <ac:picMk id="3" creationId="{703BD392-DBC6-AA97-6653-98CD1323CE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9325-8DA9-46CE-96CB-F32884D73040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7F27-17E6-486A-807B-6CDDD6006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8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85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89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2BDF-55A3-4359-BA31-FE5A8707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755FA-CE4D-4C1E-A2DB-8B523A43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36673-EAD0-4ECD-9F10-0439BB84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FC3D2-526E-4C2B-865F-3445215C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8C97B-E882-4DD1-9D4A-082710D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B4F5-F576-4336-AB2C-79756B5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EB364-8B5D-498F-AA08-28AC6DDF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C703B3-D1A9-4247-A00F-3B2728F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5DB94-B547-4728-AC1C-E53065D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A2F54-2E27-4953-BACE-AE13B0E2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B7F82-3D00-4F26-8981-57D79D7C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372C0-6A2C-432B-9089-47796566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E79C-E377-4DA2-809C-2DD48049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C8312-30D6-40A6-AE5E-22D0D153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D5530-B4A4-4B7E-BE04-F268B757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51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EAA91-972E-43AD-935B-FF3C50D5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4CBC-A609-407D-B2EB-20429A723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39730-187A-4DC3-A51D-7C0C7F01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C629C-E5A5-4A51-A963-0D3CDD8A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29704-CF6F-4C1C-8121-F60577A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04E341-3670-4B07-93A9-D98AC0B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5CFC-6AAC-40F7-A918-5854BFF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A649A-2E95-478C-A5A1-722AA7A0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3F62C3-8649-4D0B-B304-29477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198DCF-49F7-4573-89EE-9E805C709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B5089-9445-4E46-814C-10BAC4C50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CF16FB-52AB-47A5-90F8-0005AFA9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6CDFE-9004-47E6-A90F-2D8FA4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F2D4C0-ACC1-495C-A975-3EC3663D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29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23C3-2049-4956-902E-96979F1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2D2F5-936E-47EF-B814-EC21D013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F4FC0-4572-49B8-BA7B-0A4E429C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829344-4808-4C1A-9050-839C50AF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C7297-4CB5-43CC-A966-E66AA7E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4364DA-502F-4EC2-A1D3-BD6E92B1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6589A4-E47B-49F0-AA39-43659716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A515-43EF-43CF-8E42-5F33E40A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1A49-343C-43CA-BB81-D49E5373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5682B4-8B98-4DB7-85BB-EA8DB8CD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E9BBA-C075-4623-AB75-D2917758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9C316-E81A-46C8-9C6A-904DEBD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1C8F5-E3ED-461E-9FE9-B58E2C4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232B-D5E6-4D1F-9B63-C8BA5073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495430-687C-4BEC-B052-693A7F37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74E9-A123-48F0-93EA-D084BBA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52C1B-FAA1-440A-89BC-EBC6195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B23D3-7B13-4A89-90D9-CA9426D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D7791-FAE3-445A-BE6D-F96A2DF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8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BBD3-4ADB-47C2-ACCE-C2C4A14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86541-0DA2-433C-8B93-B6F82AD1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DCCF4-C36D-4AB0-B312-FD43FE5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0D0A6B-71DF-4DF7-9DDB-85AD33E1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88E9C3-E0FA-408B-BA96-FC61415C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1F0B3-9322-40CD-A0D6-06C5123A4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9A878F-C9A0-47F4-BBC6-725E9B679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7D25A-E614-471D-85C8-F8EC1CC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1F79-DF67-42CB-9203-6B07D1FF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EDA0E-35E4-40CC-A120-47D810A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4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437514-29E1-4584-9726-F84BB3B9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1F8FE-BF05-42FE-8B1E-007684C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7ED45-0F6A-4268-8038-905D90C3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1D2C6-0C19-402A-B6FC-03CA42DF813C}" type="datetimeFigureOut">
              <a:rPr lang="pt-BR" smtClean="0"/>
              <a:t>21/07/2025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E3C11-BBE0-4DD0-B0F8-9CE7F5C4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BBF59-9448-4D5E-8ABB-608DFDEF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6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3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027317" y="1846975"/>
            <a:ext cx="10657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DESENVOLVIMENTO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DE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SISTEMAS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9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399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139345" y="1911051"/>
            <a:ext cx="10657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Integrando PHP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Com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Branding Black" panose="00000A00000000000000" pitchFamily="50" charset="0"/>
              </a:rPr>
              <a:t>MySQL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1163772" y="1582340"/>
            <a:ext cx="98644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aula anterior,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criamos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tabela para guardar os registros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 nossas tarefas.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Além disso,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inserimos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algumas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usamos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buscas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linguagem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selecionar as tarefas no banco 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filtrar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pelo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pela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prioridade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6729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113638"/>
            <a:ext cx="7176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INTRODUÇÃO</a:t>
            </a:r>
            <a:endParaRPr lang="pt-BR" sz="44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1163772" y="1582340"/>
            <a:ext cx="986445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aula iremos finalmente  conectar o PHP ao MySQL!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Como já temos a aplicação pronta, mas usando sessões, e o banco pronto, nossa tarefa será menos complexa, pois teremos que alterar apenas algumas partes da aplicação.</a:t>
            </a:r>
          </a:p>
        </p:txBody>
      </p:sp>
    </p:spTree>
    <p:extLst>
      <p:ext uri="{BB962C8B-B14F-4D97-AF65-F5344CB8AC3E}">
        <p14:creationId xmlns:p14="http://schemas.microsoft.com/office/powerpoint/2010/main" val="54165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PHP E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92480" y="1828562"/>
            <a:ext cx="1020703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já são velhos amigos. É bem comum encontrar aplicações que fazem uso destas tecnologias em conjunto.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Desde pequenos sites pessoais, até grandes sistemas de gestão e lojas virtuais, a web está repleta de casos de sucesso desta parceria.</a:t>
            </a:r>
          </a:p>
        </p:txBody>
      </p:sp>
    </p:spTree>
    <p:extLst>
      <p:ext uri="{BB962C8B-B14F-4D97-AF65-F5344CB8AC3E}">
        <p14:creationId xmlns:p14="http://schemas.microsoft.com/office/powerpoint/2010/main" val="14743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1. PHP E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748748" y="1298605"/>
            <a:ext cx="1020703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que torna esta parceria tão forte e estável é uma combinação de fatores, como: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fato de 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ser um banco fácil de aprender, leve e rápido, 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ser fácil e flexível 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 ambos possuírem licenças permissivas para uso pessoal, comercial e em projetos de software livre.</a:t>
            </a:r>
          </a:p>
        </p:txBody>
      </p:sp>
    </p:spTree>
    <p:extLst>
      <p:ext uri="{BB962C8B-B14F-4D97-AF65-F5344CB8AC3E}">
        <p14:creationId xmlns:p14="http://schemas.microsoft.com/office/powerpoint/2010/main" val="131773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5A8BA7-6C36-675C-6155-3284315E034F}"/>
              </a:ext>
            </a:extLst>
          </p:cNvPr>
          <p:cNvSpPr txBox="1"/>
          <p:nvPr/>
        </p:nvSpPr>
        <p:spPr>
          <a:xfrm>
            <a:off x="992480" y="2074783"/>
            <a:ext cx="1020703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vamos criar um novo arquivo para fazer a conexão com o banco.</a:t>
            </a:r>
          </a:p>
          <a:p>
            <a:pPr algn="just">
              <a:spcBef>
                <a:spcPts val="1200"/>
              </a:spcBef>
              <a:tabLst>
                <a:tab pos="531813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Ele será gravado na mesma pasta dos arquivos da lista de tarefa, ou seja a pasta tarefas, e seu nome será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7255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12" y="941382"/>
            <a:ext cx="11471367" cy="47155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F4432E0-BADA-1B40-9122-DE1B2F674AAE}"/>
              </a:ext>
            </a:extLst>
          </p:cNvPr>
          <p:cNvSpPr txBox="1"/>
          <p:nvPr/>
        </p:nvSpPr>
        <p:spPr>
          <a:xfrm>
            <a:off x="3574852" y="5793608"/>
            <a:ext cx="4417642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Arquivo : </a:t>
            </a:r>
            <a:r>
              <a:rPr lang="pt-BR" sz="3200" b="1" dirty="0" err="1"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endParaRPr lang="pt-BR" sz="32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9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525" t="11205" r="54010" b="50060"/>
          <a:stretch/>
        </p:blipFill>
        <p:spPr>
          <a:xfrm>
            <a:off x="1105787" y="1055326"/>
            <a:ext cx="9388548" cy="11775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46C52E-76FB-32D1-6B0F-7F5351EA65D3}"/>
              </a:ext>
            </a:extLst>
          </p:cNvPr>
          <p:cNvSpPr txBox="1"/>
          <p:nvPr/>
        </p:nvSpPr>
        <p:spPr>
          <a:xfrm>
            <a:off x="1058908" y="2512132"/>
            <a:ext cx="102452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 arquivo, criamos quatro variáveis: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que guarda o endereço do servidor MySQL (que é a nossa máquina);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nome de usuário;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senha de acesso e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nome do banco que queremos acessar.</a:t>
            </a:r>
          </a:p>
        </p:txBody>
      </p:sp>
    </p:spTree>
    <p:extLst>
      <p:ext uri="{BB962C8B-B14F-4D97-AF65-F5344CB8AC3E}">
        <p14:creationId xmlns:p14="http://schemas.microsoft.com/office/powerpoint/2010/main" val="63174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525" t="11205" r="54010" b="50060"/>
          <a:stretch/>
        </p:blipFill>
        <p:spPr>
          <a:xfrm>
            <a:off x="1105787" y="1055325"/>
            <a:ext cx="9388548" cy="18181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46C52E-76FB-32D1-6B0F-7F5351EA65D3}"/>
              </a:ext>
            </a:extLst>
          </p:cNvPr>
          <p:cNvSpPr txBox="1"/>
          <p:nvPr/>
        </p:nvSpPr>
        <p:spPr>
          <a:xfrm>
            <a:off x="1033051" y="3291930"/>
            <a:ext cx="1046163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É legal manter estes dados em variáveis, pois </a:t>
            </a:r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for necessário alterar, alteramos apenas a criação da variável,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sem ter que procurar onde ela está sendo usada.</a:t>
            </a:r>
          </a:p>
        </p:txBody>
      </p:sp>
    </p:spTree>
    <p:extLst>
      <p:ext uri="{BB962C8B-B14F-4D97-AF65-F5344CB8AC3E}">
        <p14:creationId xmlns:p14="http://schemas.microsoft.com/office/powerpoint/2010/main" val="2424398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787"/>
          <a:stretch/>
        </p:blipFill>
        <p:spPr>
          <a:xfrm>
            <a:off x="403282" y="929001"/>
            <a:ext cx="11471367" cy="24149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AFB4B90-D477-6E38-3F95-30121060AA51}"/>
              </a:ext>
            </a:extLst>
          </p:cNvPr>
          <p:cNvSpPr txBox="1"/>
          <p:nvPr/>
        </p:nvSpPr>
        <p:spPr>
          <a:xfrm>
            <a:off x="577923" y="3513071"/>
            <a:ext cx="113168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No código do arquivo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banco.php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existem apenas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três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funções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mysqli_connect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recebe os dados de conexão com o banco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 abre </a:t>
            </a:r>
            <a:r>
              <a:rPr lang="pt-BR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conexão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Esta conexão é guardada na variável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conexao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 vamos precisar desta variável sempre que formos interagir com o banco.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8FF7AC-855B-49E5-65B8-991A19DD7A70}"/>
              </a:ext>
            </a:extLst>
          </p:cNvPr>
          <p:cNvSpPr/>
          <p:nvPr/>
        </p:nvSpPr>
        <p:spPr>
          <a:xfrm>
            <a:off x="403282" y="929001"/>
            <a:ext cx="11471367" cy="5847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787"/>
          <a:stretch/>
        </p:blipFill>
        <p:spPr>
          <a:xfrm>
            <a:off x="403282" y="929001"/>
            <a:ext cx="11471367" cy="23752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AFB4B90-D477-6E38-3F95-30121060AA51}"/>
              </a:ext>
            </a:extLst>
          </p:cNvPr>
          <p:cNvSpPr txBox="1"/>
          <p:nvPr/>
        </p:nvSpPr>
        <p:spPr>
          <a:xfrm>
            <a:off x="423412" y="3553751"/>
            <a:ext cx="1131685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 outra 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função é a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mysqli_connect_errno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que pega uma conexão e verifica se houve erros de conexão.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Neste caso, a função está dentro de um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para verificar se houve erros ou não.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95D154-2C84-E6DC-D8E3-C5AFA80B3BA4}"/>
              </a:ext>
            </a:extLst>
          </p:cNvPr>
          <p:cNvSpPr/>
          <p:nvPr/>
        </p:nvSpPr>
        <p:spPr>
          <a:xfrm>
            <a:off x="403281" y="1478531"/>
            <a:ext cx="11471367" cy="43320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01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1C6C58-6E36-F5F0-D509-1B63F5E0FE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787"/>
          <a:stretch/>
        </p:blipFill>
        <p:spPr>
          <a:xfrm>
            <a:off x="437572" y="1549658"/>
            <a:ext cx="11471367" cy="18349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AFB4B90-D477-6E38-3F95-30121060AA51}"/>
              </a:ext>
            </a:extLst>
          </p:cNvPr>
          <p:cNvSpPr txBox="1"/>
          <p:nvPr/>
        </p:nvSpPr>
        <p:spPr>
          <a:xfrm>
            <a:off x="437572" y="3955438"/>
            <a:ext cx="113168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die()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que faz o que o nome diz: ela mata o programa ali mesmo, sem ler o código que existe mais para frente.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5A720EA-39D9-0118-5A64-15BFB6879388}"/>
              </a:ext>
            </a:extLst>
          </p:cNvPr>
          <p:cNvSpPr/>
          <p:nvPr/>
        </p:nvSpPr>
        <p:spPr>
          <a:xfrm>
            <a:off x="437571" y="2644789"/>
            <a:ext cx="11471367" cy="3817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139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FB4B90-D477-6E38-3F95-30121060AA51}"/>
              </a:ext>
            </a:extLst>
          </p:cNvPr>
          <p:cNvSpPr txBox="1"/>
          <p:nvPr/>
        </p:nvSpPr>
        <p:spPr>
          <a:xfrm>
            <a:off x="581101" y="923408"/>
            <a:ext cx="10723008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Sempre ouvi falar de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mysql_connect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3651AA-B92D-3E73-F4EF-467F0FF165E8}"/>
              </a:ext>
            </a:extLst>
          </p:cNvPr>
          <p:cNvSpPr txBox="1"/>
          <p:nvPr/>
        </p:nvSpPr>
        <p:spPr>
          <a:xfrm>
            <a:off x="581101" y="2118394"/>
            <a:ext cx="1072300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Talvez você já tenha visto algum texto sobre PHP e MySQL em que a função de conexão era a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mysql_connect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	Esta função existe, assim como várias outras funções que começam com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_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elas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serão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removidas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breve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60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D70CE77C-0DBA-572D-866C-50FE3F2964DB}"/>
              </a:ext>
            </a:extLst>
          </p:cNvPr>
          <p:cNvSpPr txBox="1"/>
          <p:nvPr/>
        </p:nvSpPr>
        <p:spPr>
          <a:xfrm>
            <a:off x="328119" y="5196491"/>
            <a:ext cx="112289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dica é: sempre use a versão nova da biblioteca MySQL para PHP. Sempre.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FB4B90-D477-6E38-3F95-30121060AA51}"/>
              </a:ext>
            </a:extLst>
          </p:cNvPr>
          <p:cNvSpPr txBox="1"/>
          <p:nvPr/>
        </p:nvSpPr>
        <p:spPr>
          <a:xfrm>
            <a:off x="581101" y="1893650"/>
            <a:ext cx="1072300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Por isso, o ideal é usar sempre a nova e melhorada versão da biblioteca MySQL do PHP, a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geral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basta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letra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nos nomes de função MySQL e um parâmetro aqui ou ali, que tudo funciona bem, mas existem algumas diferenças entre as bibliotecas.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02021C-E935-79FE-4B30-C3CE0A273BA6}"/>
              </a:ext>
            </a:extLst>
          </p:cNvPr>
          <p:cNvSpPr txBox="1"/>
          <p:nvPr/>
        </p:nvSpPr>
        <p:spPr>
          <a:xfrm>
            <a:off x="581101" y="923408"/>
            <a:ext cx="10723008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Sempre ouvi falar de </a:t>
            </a:r>
            <a:r>
              <a:rPr lang="pt-BR" sz="3200" b="1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mysql_connect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261919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CCD1B-3E9C-FDC3-DBBD-6BF458582670}"/>
              </a:ext>
            </a:extLst>
          </p:cNvPr>
          <p:cNvSpPr txBox="1"/>
          <p:nvPr/>
        </p:nvSpPr>
        <p:spPr>
          <a:xfrm>
            <a:off x="691852" y="2074783"/>
            <a:ext cx="10186127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fazer uma pequena experiência com a conexão ao banco.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Acesse o 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diretamente pelo navegador no endereço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http://localhost...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ou pela ferramenta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(WAMP)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8F8DA3-F03D-0AD0-8742-4BA9C3AB6154}"/>
              </a:ext>
            </a:extLst>
          </p:cNvPr>
          <p:cNvSpPr txBox="1"/>
          <p:nvPr/>
        </p:nvSpPr>
        <p:spPr>
          <a:xfrm>
            <a:off x="527321" y="873868"/>
            <a:ext cx="3836861" cy="461665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TESTANDO A CONEXAO</a:t>
            </a:r>
          </a:p>
        </p:txBody>
      </p:sp>
    </p:spTree>
    <p:extLst>
      <p:ext uri="{BB962C8B-B14F-4D97-AF65-F5344CB8AC3E}">
        <p14:creationId xmlns:p14="http://schemas.microsoft.com/office/powerpoint/2010/main" val="1967525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CCD1B-3E9C-FDC3-DBBD-6BF458582670}"/>
              </a:ext>
            </a:extLst>
          </p:cNvPr>
          <p:cNvSpPr txBox="1"/>
          <p:nvPr/>
        </p:nvSpPr>
        <p:spPr>
          <a:xfrm>
            <a:off x="960293" y="2074783"/>
            <a:ext cx="10186127" cy="27084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Você deverá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 apenas uma página em branco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 que é bom,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significa que a conexão funcionou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Agora,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experimente mudar o campo de senha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da conexão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uma senha incorreta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acesse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novamente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8F8DA3-F03D-0AD0-8742-4BA9C3AB6154}"/>
              </a:ext>
            </a:extLst>
          </p:cNvPr>
          <p:cNvSpPr txBox="1"/>
          <p:nvPr/>
        </p:nvSpPr>
        <p:spPr>
          <a:xfrm>
            <a:off x="527321" y="873868"/>
            <a:ext cx="3836861" cy="461665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TESTANDO A CONEXAO</a:t>
            </a:r>
          </a:p>
        </p:txBody>
      </p:sp>
    </p:spTree>
    <p:extLst>
      <p:ext uri="{BB962C8B-B14F-4D97-AF65-F5344CB8AC3E}">
        <p14:creationId xmlns:p14="http://schemas.microsoft.com/office/powerpoint/2010/main" val="1425118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CCD1B-3E9C-FDC3-DBBD-6BF458582670}"/>
              </a:ext>
            </a:extLst>
          </p:cNvPr>
          <p:cNvSpPr txBox="1"/>
          <p:nvPr/>
        </p:nvSpPr>
        <p:spPr>
          <a:xfrm>
            <a:off x="691852" y="2028616"/>
            <a:ext cx="101861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Você verá a frase:</a:t>
            </a:r>
          </a:p>
          <a:p>
            <a:pPr algn="ctr">
              <a:spcBef>
                <a:spcPts val="1200"/>
              </a:spcBef>
            </a:pPr>
            <a:r>
              <a:rPr lang="pt-BR" sz="2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Problemas  para conectar no banco. Verifique os dados!.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Ou seja,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nosso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conexão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funcional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também exibe erros caso não consiga conectar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8F8DA3-F03D-0AD0-8742-4BA9C3AB6154}"/>
              </a:ext>
            </a:extLst>
          </p:cNvPr>
          <p:cNvSpPr txBox="1"/>
          <p:nvPr/>
        </p:nvSpPr>
        <p:spPr>
          <a:xfrm>
            <a:off x="527321" y="873868"/>
            <a:ext cx="3836861" cy="461665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TESTANDO A CONEXAO</a:t>
            </a:r>
          </a:p>
        </p:txBody>
      </p:sp>
    </p:spTree>
    <p:extLst>
      <p:ext uri="{BB962C8B-B14F-4D97-AF65-F5344CB8AC3E}">
        <p14:creationId xmlns:p14="http://schemas.microsoft.com/office/powerpoint/2010/main" val="252490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2. CONECTANDO AO MYSQL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CCD1B-3E9C-FDC3-DBBD-6BF458582670}"/>
              </a:ext>
            </a:extLst>
          </p:cNvPr>
          <p:cNvSpPr txBox="1"/>
          <p:nvPr/>
        </p:nvSpPr>
        <p:spPr>
          <a:xfrm>
            <a:off x="691852" y="2161799"/>
            <a:ext cx="1018612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Você poderá passar pelo problema do erro de conexão de vez em quando.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Caso isso aconteça,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verifique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servidor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ativo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no painel de controle do XAMPP, ou em outra ferramenta que você use para gerenciar o MySQL.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Uma outra forma de verificar se o banco está funcionando normalmente é acessando o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Se ele também não conseguir conectar, o banco poderá estar mesmo desligado.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8F8DA3-F03D-0AD0-8742-4BA9C3AB6154}"/>
              </a:ext>
            </a:extLst>
          </p:cNvPr>
          <p:cNvSpPr txBox="1"/>
          <p:nvPr/>
        </p:nvSpPr>
        <p:spPr>
          <a:xfrm>
            <a:off x="691852" y="1146631"/>
            <a:ext cx="10454568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 ERRO DE CONEXÃO APARECE SEMPRE, MESMO COM OS DADOS  CORRETOS </a:t>
            </a:r>
          </a:p>
        </p:txBody>
      </p:sp>
    </p:spTree>
    <p:extLst>
      <p:ext uri="{BB962C8B-B14F-4D97-AF65-F5344CB8AC3E}">
        <p14:creationId xmlns:p14="http://schemas.microsoft.com/office/powerpoint/2010/main" val="66448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CCD1B-3E9C-FDC3-DBBD-6BF458582670}"/>
              </a:ext>
            </a:extLst>
          </p:cNvPr>
          <p:cNvSpPr txBox="1"/>
          <p:nvPr/>
        </p:nvSpPr>
        <p:spPr>
          <a:xfrm>
            <a:off x="769659" y="1266104"/>
            <a:ext cx="101861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próxima alteração que faremos em nosso programa é fazer com que ele busque as tarefas cadastradas no banco de dados e não mais na sessão.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abra 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ache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trecho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verifica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sessão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existe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colocar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cria uma lista vazia, caso a sessão não exista.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AFA14D-2620-0686-DA45-303831141D35}"/>
              </a:ext>
            </a:extLst>
          </p:cNvPr>
          <p:cNvSpPr txBox="1"/>
          <p:nvPr/>
        </p:nvSpPr>
        <p:spPr>
          <a:xfrm>
            <a:off x="769660" y="5296467"/>
            <a:ext cx="10186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Veja o trecho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162859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AFA14D-2620-0686-DA45-303831141D35}"/>
              </a:ext>
            </a:extLst>
          </p:cNvPr>
          <p:cNvSpPr txBox="1"/>
          <p:nvPr/>
        </p:nvSpPr>
        <p:spPr>
          <a:xfrm>
            <a:off x="691852" y="4827062"/>
            <a:ext cx="10186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Veja com deve ficar no próximo slide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023AF0-B4E4-5BD7-CBCF-4D143873A1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51" y="851880"/>
            <a:ext cx="10376760" cy="313822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A5DC9B6-3D6F-D6CA-4C9C-307BEAAD3E6C}"/>
              </a:ext>
            </a:extLst>
          </p:cNvPr>
          <p:cNvSpPr/>
          <p:nvPr/>
        </p:nvSpPr>
        <p:spPr>
          <a:xfrm>
            <a:off x="322851" y="1714500"/>
            <a:ext cx="10379785" cy="1132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ESSE CÓDIGO SERÁ EXCLUIDO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1689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9" grpId="1" animBg="1"/>
      <p:bldP spid="9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AFA14D-2620-0686-DA45-303831141D35}"/>
              </a:ext>
            </a:extLst>
          </p:cNvPr>
          <p:cNvSpPr txBox="1"/>
          <p:nvPr/>
        </p:nvSpPr>
        <p:spPr>
          <a:xfrm>
            <a:off x="691852" y="851880"/>
            <a:ext cx="10186127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Veja como deve ficar agora!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4C70EC7-23EC-7585-BF3F-11185939DD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78" y="1635274"/>
            <a:ext cx="11650701" cy="210531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A5DC9B6-3D6F-D6CA-4C9C-307BEAAD3E6C}"/>
              </a:ext>
            </a:extLst>
          </p:cNvPr>
          <p:cNvSpPr/>
          <p:nvPr/>
        </p:nvSpPr>
        <p:spPr>
          <a:xfrm>
            <a:off x="244078" y="2996138"/>
            <a:ext cx="11650701" cy="45974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!</a:t>
            </a:r>
          </a:p>
        </p:txBody>
      </p: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065932A6-1580-4779-D827-E1D8650FCEEC}"/>
              </a:ext>
            </a:extLst>
          </p:cNvPr>
          <p:cNvSpPr/>
          <p:nvPr/>
        </p:nvSpPr>
        <p:spPr>
          <a:xfrm>
            <a:off x="4042064" y="1537855"/>
            <a:ext cx="706581" cy="1458283"/>
          </a:xfrm>
          <a:prstGeom prst="downArrow">
            <a:avLst/>
          </a:prstGeom>
          <a:solidFill>
            <a:srgbClr val="00FF99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427D273-D34A-81B4-45DE-DC95B36D81C1}"/>
              </a:ext>
            </a:extLst>
          </p:cNvPr>
          <p:cNvSpPr txBox="1"/>
          <p:nvPr/>
        </p:nvSpPr>
        <p:spPr>
          <a:xfrm>
            <a:off x="691852" y="4122470"/>
            <a:ext cx="107381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É claro que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buscar_tarefas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ainda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existe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por isso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iremos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criá-la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29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427D273-D34A-81B4-45DE-DC95B36D81C1}"/>
              </a:ext>
            </a:extLst>
          </p:cNvPr>
          <p:cNvSpPr txBox="1"/>
          <p:nvPr/>
        </p:nvSpPr>
        <p:spPr>
          <a:xfrm>
            <a:off x="726926" y="2321004"/>
            <a:ext cx="1073814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Então, abriremos novamente o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no final dele vamos colocar a nova função.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Mas antes de escrevê-la, precisamos planejar um pouco o seu funcionamento.</a:t>
            </a:r>
          </a:p>
        </p:txBody>
      </p:sp>
    </p:spTree>
    <p:extLst>
      <p:ext uri="{BB962C8B-B14F-4D97-AF65-F5344CB8AC3E}">
        <p14:creationId xmlns:p14="http://schemas.microsoft.com/office/powerpoint/2010/main" val="188676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2AA4B1-E64A-7400-58C0-ADB617C39736}"/>
              </a:ext>
            </a:extLst>
          </p:cNvPr>
          <p:cNvSpPr txBox="1"/>
          <p:nvPr/>
        </p:nvSpPr>
        <p:spPr>
          <a:xfrm>
            <a:off x="807409" y="1216795"/>
            <a:ext cx="1033901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buscar_tarefas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deverá usar uma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conexão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executar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comandos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que busquem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Após buscar as tarefas, ela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deverá criar um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 os dados das tarefas e então deverá retornar esses dados.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0045B-ED4B-D563-633D-64B004A53F56}"/>
              </a:ext>
            </a:extLst>
          </p:cNvPr>
          <p:cNvSpPr txBox="1"/>
          <p:nvPr/>
        </p:nvSpPr>
        <p:spPr>
          <a:xfrm>
            <a:off x="807408" y="4567053"/>
            <a:ext cx="103390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Como já temos uma variável com a conexão com o  MySQL, poderemos usá-la.</a:t>
            </a:r>
          </a:p>
        </p:txBody>
      </p:sp>
    </p:spTree>
    <p:extLst>
      <p:ext uri="{BB962C8B-B14F-4D97-AF65-F5344CB8AC3E}">
        <p14:creationId xmlns:p14="http://schemas.microsoft.com/office/powerpoint/2010/main" val="423341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0045B-ED4B-D563-633D-64B004A53F56}"/>
              </a:ext>
            </a:extLst>
          </p:cNvPr>
          <p:cNvSpPr txBox="1"/>
          <p:nvPr/>
        </p:nvSpPr>
        <p:spPr>
          <a:xfrm>
            <a:off x="807408" y="851880"/>
            <a:ext cx="103390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Vamos ao código da função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C1C009-9ACD-FA08-641C-43C127B022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26" y="1678375"/>
            <a:ext cx="11432021" cy="350125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378A0E4-FCEF-89F8-60C5-4CD65834FB69}"/>
              </a:ext>
            </a:extLst>
          </p:cNvPr>
          <p:cNvSpPr/>
          <p:nvPr/>
        </p:nvSpPr>
        <p:spPr>
          <a:xfrm>
            <a:off x="1020739" y="2263150"/>
            <a:ext cx="10723008" cy="2641359"/>
          </a:xfrm>
          <a:prstGeom prst="rect">
            <a:avLst/>
          </a:prstGeom>
          <a:solidFill>
            <a:srgbClr val="FE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DIGITE LOGO ABAIXO DA VARIAVEL </a:t>
            </a:r>
            <a:r>
              <a:rPr lang="pt-BR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$</a:t>
            </a:r>
            <a:r>
              <a:rPr lang="pt-BR" dirty="0" err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lista_tarefas</a:t>
            </a:r>
            <a:r>
              <a:rPr lang="pt-BR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 = </a:t>
            </a:r>
            <a:r>
              <a:rPr lang="pt-BR" dirty="0" err="1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buscar_tarefas</a:t>
            </a:r>
            <a:r>
              <a:rPr lang="pt-BR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</a:rPr>
              <a:t> ($conexão);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 Black" panose="020B0A04020102020204" pitchFamily="34" charset="0"/>
              </a:rPr>
              <a:t>E</a:t>
            </a:r>
          </a:p>
          <a:p>
            <a:pPr algn="ctr"/>
            <a:r>
              <a:rPr lang="pt-BR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</a:rPr>
              <a:t>Antes da chave!</a:t>
            </a:r>
          </a:p>
        </p:txBody>
      </p:sp>
      <p:sp>
        <p:nvSpPr>
          <p:cNvPr id="13" name="Seta: de Cima para Baixo 12">
            <a:extLst>
              <a:ext uri="{FF2B5EF4-FFF2-40B4-BE49-F238E27FC236}">
                <a16:creationId xmlns:a16="http://schemas.microsoft.com/office/drawing/2014/main" id="{56E8883D-F6A5-95EA-68D2-416FFE1B0351}"/>
              </a:ext>
            </a:extLst>
          </p:cNvPr>
          <p:cNvSpPr/>
          <p:nvPr/>
        </p:nvSpPr>
        <p:spPr>
          <a:xfrm>
            <a:off x="2057400" y="2020714"/>
            <a:ext cx="477982" cy="2816572"/>
          </a:xfrm>
          <a:prstGeom prst="upDownArrow">
            <a:avLst>
              <a:gd name="adj1" fmla="val 45652"/>
              <a:gd name="adj2" fmla="val 115218"/>
            </a:avLst>
          </a:prstGeom>
          <a:solidFill>
            <a:srgbClr val="FF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A5C1B03-0BA8-265A-A723-2D3A151FDC84}"/>
              </a:ext>
            </a:extLst>
          </p:cNvPr>
          <p:cNvSpPr/>
          <p:nvPr/>
        </p:nvSpPr>
        <p:spPr>
          <a:xfrm>
            <a:off x="311726" y="2182091"/>
            <a:ext cx="11710862" cy="2702379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73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3" grpId="1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EB41B-8899-2867-85A4-019560AD0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16743"/>
          <a:stretch/>
        </p:blipFill>
        <p:spPr>
          <a:xfrm>
            <a:off x="379989" y="851880"/>
            <a:ext cx="11432021" cy="29455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2C2330-C1A5-FDCC-90BA-23D69CFEEF7F}"/>
              </a:ext>
            </a:extLst>
          </p:cNvPr>
          <p:cNvSpPr txBox="1"/>
          <p:nvPr/>
        </p:nvSpPr>
        <p:spPr>
          <a:xfrm>
            <a:off x="359206" y="4187536"/>
            <a:ext cx="11384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função foi criada uma variável com o comando SQL que irá buscar os dados no banco, no caso o comando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SELECT * FROM 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AB0111-37FA-75CE-87C1-2C51CAF294F1}"/>
              </a:ext>
            </a:extLst>
          </p:cNvPr>
          <p:cNvSpPr/>
          <p:nvPr/>
        </p:nvSpPr>
        <p:spPr>
          <a:xfrm>
            <a:off x="359206" y="1413164"/>
            <a:ext cx="11452804" cy="384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17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EB41B-8899-2867-85A4-019560AD0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16743"/>
          <a:stretch/>
        </p:blipFill>
        <p:spPr>
          <a:xfrm>
            <a:off x="379989" y="851880"/>
            <a:ext cx="11432021" cy="29455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2C2330-C1A5-FDCC-90BA-23D69CFEEF7F}"/>
              </a:ext>
            </a:extLst>
          </p:cNvPr>
          <p:cNvSpPr txBox="1"/>
          <p:nvPr/>
        </p:nvSpPr>
        <p:spPr>
          <a:xfrm>
            <a:off x="359206" y="4187536"/>
            <a:ext cx="11384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Logo depois,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mysqli_query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usa a variável com 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conexão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FF00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variável como comando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executar o comando e trazer o resultado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F8C573-CE65-A74D-D039-5718013DC096}"/>
              </a:ext>
            </a:extLst>
          </p:cNvPr>
          <p:cNvSpPr/>
          <p:nvPr/>
        </p:nvSpPr>
        <p:spPr>
          <a:xfrm>
            <a:off x="379989" y="1722868"/>
            <a:ext cx="11452804" cy="384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71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EB41B-8899-2867-85A4-019560AD0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16743"/>
          <a:stretch/>
        </p:blipFill>
        <p:spPr>
          <a:xfrm>
            <a:off x="379989" y="851880"/>
            <a:ext cx="11432021" cy="29455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2C2330-C1A5-FDCC-90BA-23D69CFEEF7F}"/>
              </a:ext>
            </a:extLst>
          </p:cNvPr>
          <p:cNvSpPr txBox="1"/>
          <p:nvPr/>
        </p:nvSpPr>
        <p:spPr>
          <a:xfrm>
            <a:off x="359206" y="4187536"/>
            <a:ext cx="11384541" cy="17235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Este resultado fica armazenado na variável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$resultado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sequência, é criada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variável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que é apenas um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vazio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F8C573-CE65-A74D-D039-5718013DC096}"/>
              </a:ext>
            </a:extLst>
          </p:cNvPr>
          <p:cNvSpPr/>
          <p:nvPr/>
        </p:nvSpPr>
        <p:spPr>
          <a:xfrm>
            <a:off x="441975" y="1750098"/>
            <a:ext cx="11452804" cy="5878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90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EB41B-8899-2867-85A4-019560AD0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16743"/>
          <a:stretch/>
        </p:blipFill>
        <p:spPr>
          <a:xfrm>
            <a:off x="379989" y="851880"/>
            <a:ext cx="11432021" cy="29455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2C2330-C1A5-FDCC-90BA-23D69CFEEF7F}"/>
              </a:ext>
            </a:extLst>
          </p:cNvPr>
          <p:cNvSpPr txBox="1"/>
          <p:nvPr/>
        </p:nvSpPr>
        <p:spPr>
          <a:xfrm>
            <a:off x="379989" y="3898071"/>
            <a:ext cx="113845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O próximo bloco é 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while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que é executado até que a 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mysqli_fetch_assoc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tenha passado por todas as linhas do resultado, sendo que cada linha do resultado é armazenada na </a:t>
            </a:r>
            <a:r>
              <a:rPr lang="pt-BR" sz="2800" dirty="0">
                <a:latin typeface="Arial Black" panose="020B0A04020102020204" pitchFamily="34" charset="0"/>
                <a:cs typeface="Arial" panose="020B0604020202020204" pitchFamily="34" charset="0"/>
              </a:rPr>
              <a:t>variável </a:t>
            </a:r>
            <a:r>
              <a:rPr lang="pt-BR" sz="28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singular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diferenciar do </a:t>
            </a:r>
            <a:r>
              <a:rPr lang="pt-BR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F8C573-CE65-A74D-D039-5718013DC096}"/>
              </a:ext>
            </a:extLst>
          </p:cNvPr>
          <p:cNvSpPr/>
          <p:nvPr/>
        </p:nvSpPr>
        <p:spPr>
          <a:xfrm>
            <a:off x="379989" y="2335061"/>
            <a:ext cx="11452804" cy="5847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42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EB41B-8899-2867-85A4-019560AD03A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/>
          <a:srcRect t="16743"/>
          <a:stretch/>
        </p:blipFill>
        <p:spPr>
          <a:xfrm>
            <a:off x="379989" y="851880"/>
            <a:ext cx="11432021" cy="29455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2C2330-C1A5-FDCC-90BA-23D69CFEEF7F}"/>
              </a:ext>
            </a:extLst>
          </p:cNvPr>
          <p:cNvSpPr txBox="1"/>
          <p:nvPr/>
        </p:nvSpPr>
        <p:spPr>
          <a:xfrm>
            <a:off x="359206" y="4187536"/>
            <a:ext cx="113845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 então temos, finalmente, 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return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que devolve os dados para quem chamou a função.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F8C573-CE65-A74D-D039-5718013DC096}"/>
              </a:ext>
            </a:extLst>
          </p:cNvPr>
          <p:cNvSpPr/>
          <p:nvPr/>
        </p:nvSpPr>
        <p:spPr>
          <a:xfrm>
            <a:off x="441975" y="3220227"/>
            <a:ext cx="11452804" cy="39364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91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FAC344-BE47-B82B-E39E-5315F34A9E5D}"/>
              </a:ext>
            </a:extLst>
          </p:cNvPr>
          <p:cNvSpPr txBox="1"/>
          <p:nvPr/>
        </p:nvSpPr>
        <p:spPr>
          <a:xfrm>
            <a:off x="937514" y="1231595"/>
            <a:ext cx="103169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podemos atualizar a página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ver o resultado.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AB746C-E2FC-877F-4E3B-9A54C0E69353}"/>
              </a:ext>
            </a:extLst>
          </p:cNvPr>
          <p:cNvSpPr txBox="1"/>
          <p:nvPr/>
        </p:nvSpPr>
        <p:spPr>
          <a:xfrm>
            <a:off x="937514" y="2628317"/>
            <a:ext cx="10316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539750" algn="l"/>
              </a:tabLst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O que acontece?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EE97C6-0225-538A-C636-B94BF89B076B}"/>
              </a:ext>
            </a:extLst>
          </p:cNvPr>
          <p:cNvSpPr txBox="1"/>
          <p:nvPr/>
        </p:nvSpPr>
        <p:spPr>
          <a:xfrm>
            <a:off x="937514" y="3587869"/>
            <a:ext cx="10316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Um erro! Ele diz que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buscar_tarefas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não existe!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Mas nós acabamos de escrevê-la.</a:t>
            </a:r>
          </a:p>
        </p:txBody>
      </p:sp>
    </p:spTree>
    <p:extLst>
      <p:ext uri="{BB962C8B-B14F-4D97-AF65-F5344CB8AC3E}">
        <p14:creationId xmlns:p14="http://schemas.microsoft.com/office/powerpoint/2010/main" val="258204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EE97C6-0225-538A-C636-B94BF89B076B}"/>
              </a:ext>
            </a:extLst>
          </p:cNvPr>
          <p:cNvSpPr txBox="1"/>
          <p:nvPr/>
        </p:nvSpPr>
        <p:spPr>
          <a:xfrm>
            <a:off x="829448" y="1058275"/>
            <a:ext cx="10316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Analisando o problema é fácil identificar que o 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tem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C9233B-A41B-854E-13EF-A32D98E30C4F}"/>
              </a:ext>
            </a:extLst>
          </p:cNvPr>
          <p:cNvSpPr txBox="1"/>
          <p:nvPr/>
        </p:nvSpPr>
        <p:spPr>
          <a:xfrm>
            <a:off x="829448" y="2675119"/>
            <a:ext cx="1031697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Como ele não sabe da existência do 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ele gera o erro.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corrigir o problema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adicionando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E742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include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para o 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Este novo include será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começo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arquivo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logo após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session_start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435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0F4D86F-D483-F39D-A419-4DCB2369C6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11" y="885053"/>
            <a:ext cx="10545297" cy="192231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71EB043-BD8A-7AB3-874C-89D969200B2E}"/>
              </a:ext>
            </a:extLst>
          </p:cNvPr>
          <p:cNvSpPr/>
          <p:nvPr/>
        </p:nvSpPr>
        <p:spPr>
          <a:xfrm>
            <a:off x="758810" y="1846212"/>
            <a:ext cx="10545297" cy="5207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D10592B-233C-282C-8E99-17EE1A296F33}"/>
              </a:ext>
            </a:extLst>
          </p:cNvPr>
          <p:cNvSpPr txBox="1"/>
          <p:nvPr/>
        </p:nvSpPr>
        <p:spPr>
          <a:xfrm>
            <a:off x="1111827" y="3169843"/>
            <a:ext cx="100345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 sim, atualize a página e você verá que ela exibe os dados cadastrados no banco!</a:t>
            </a:r>
          </a:p>
          <a:p>
            <a:pPr algn="just"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Veja como ficou a minha:</a:t>
            </a:r>
          </a:p>
        </p:txBody>
      </p:sp>
    </p:spTree>
    <p:extLst>
      <p:ext uri="{BB962C8B-B14F-4D97-AF65-F5344CB8AC3E}">
        <p14:creationId xmlns:p14="http://schemas.microsoft.com/office/powerpoint/2010/main" val="143136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D051303-04D1-0C8B-5203-B9D44724D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759889"/>
            <a:ext cx="9237518" cy="544348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3. BUSCANDO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</p:spTree>
    <p:extLst>
      <p:ext uri="{BB962C8B-B14F-4D97-AF65-F5344CB8AC3E}">
        <p14:creationId xmlns:p14="http://schemas.microsoft.com/office/powerpoint/2010/main" val="611775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980884-21A2-3174-B762-6CE034C92956}"/>
              </a:ext>
            </a:extLst>
          </p:cNvPr>
          <p:cNvSpPr txBox="1"/>
          <p:nvPr/>
        </p:nvSpPr>
        <p:spPr>
          <a:xfrm>
            <a:off x="950559" y="1413779"/>
            <a:ext cx="103535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Analisando o código no arquivo </a:t>
            </a:r>
            <a:r>
              <a:rPr lang="pt-BR" sz="28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conseguimos ver que a linha responsável por colocar a tarefa na sessão é esta: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EB120BE-11DE-1330-ADF5-FACF4DBD3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00" y="3042749"/>
            <a:ext cx="10723008" cy="1714739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6E8D620-2AAC-B11A-C51A-D3958B9ED527}"/>
              </a:ext>
            </a:extLst>
          </p:cNvPr>
          <p:cNvSpPr/>
          <p:nvPr/>
        </p:nvSpPr>
        <p:spPr>
          <a:xfrm>
            <a:off x="581100" y="4021282"/>
            <a:ext cx="10723008" cy="4565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39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980884-21A2-3174-B762-6CE034C92956}"/>
              </a:ext>
            </a:extLst>
          </p:cNvPr>
          <p:cNvSpPr txBox="1"/>
          <p:nvPr/>
        </p:nvSpPr>
        <p:spPr>
          <a:xfrm>
            <a:off x="581100" y="3203947"/>
            <a:ext cx="1035354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Essa linha coloca na sessão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variável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que é um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 os dados da tarefa.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Este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é exatamente o que precisamos para enviar nossas tarefas para o banco de dados!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EB120BE-11DE-1330-ADF5-FACF4DBD38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00" y="792130"/>
            <a:ext cx="10723008" cy="1714739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6E8D620-2AAC-B11A-C51A-D3958B9ED527}"/>
              </a:ext>
            </a:extLst>
          </p:cNvPr>
          <p:cNvSpPr/>
          <p:nvPr/>
        </p:nvSpPr>
        <p:spPr>
          <a:xfrm>
            <a:off x="581100" y="1748976"/>
            <a:ext cx="10723008" cy="4565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45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980884-21A2-3174-B762-6CE034C92956}"/>
              </a:ext>
            </a:extLst>
          </p:cNvPr>
          <p:cNvSpPr txBox="1"/>
          <p:nvPr/>
        </p:nvSpPr>
        <p:spPr>
          <a:xfrm>
            <a:off x="581100" y="2871289"/>
            <a:ext cx="1035354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Assim como fizemos com o trecho que buscava as tarefas na sessão,  vamos trocar esta linha por uma chamada a uma nova função que irá gravar os dados no banco.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Troque a linha que acabamos de ver por esta do próximo slide.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EB120BE-11DE-1330-ADF5-FACF4DBD38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00" y="792130"/>
            <a:ext cx="10723008" cy="1714739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6E8D620-2AAC-B11A-C51A-D3958B9ED527}"/>
              </a:ext>
            </a:extLst>
          </p:cNvPr>
          <p:cNvSpPr/>
          <p:nvPr/>
        </p:nvSpPr>
        <p:spPr>
          <a:xfrm>
            <a:off x="581100" y="1748976"/>
            <a:ext cx="10723008" cy="4565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66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0D87D6C-FC7D-D827-D7CB-B8566585E2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9" y="1023892"/>
            <a:ext cx="10796149" cy="1668769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980884-21A2-3174-B762-6CE034C92956}"/>
              </a:ext>
            </a:extLst>
          </p:cNvPr>
          <p:cNvSpPr txBox="1"/>
          <p:nvPr/>
        </p:nvSpPr>
        <p:spPr>
          <a:xfrm>
            <a:off x="544529" y="3095845"/>
            <a:ext cx="1035354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gravar_tarefa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receberá a conexão que já temos, na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variável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conexao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 também a nossa tarefa, que está no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$tarefa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Mas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gravar_tarefa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não existe, então precisamos adicioná-la.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E8D620-2AAC-B11A-C51A-D3958B9ED527}"/>
              </a:ext>
            </a:extLst>
          </p:cNvPr>
          <p:cNvSpPr/>
          <p:nvPr/>
        </p:nvSpPr>
        <p:spPr>
          <a:xfrm>
            <a:off x="544529" y="1644341"/>
            <a:ext cx="10723008" cy="456589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0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A7909D-3E67-D721-C49E-05D458446877}"/>
              </a:ext>
            </a:extLst>
          </p:cNvPr>
          <p:cNvSpPr txBox="1"/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980884-21A2-3174-B762-6CE034C92956}"/>
              </a:ext>
            </a:extLst>
          </p:cNvPr>
          <p:cNvSpPr txBox="1"/>
          <p:nvPr/>
        </p:nvSpPr>
        <p:spPr>
          <a:xfrm>
            <a:off x="919225" y="2074783"/>
            <a:ext cx="1035354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Faremos isso no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pois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ele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restante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responsável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pela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comunicação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No final do arquivo iremos adicionar a 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função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gravar_tarefa</a:t>
            </a:r>
            <a:r>
              <a:rPr lang="pt-BR" sz="3200" dirty="0">
                <a:ln>
                  <a:solidFill>
                    <a:schemeClr val="tx1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49269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E2DF1-0F5B-2E3F-29D6-0CF57BE6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1B66DFD-B740-5DA6-CAC7-B8C40763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80" y="1516922"/>
            <a:ext cx="9849607" cy="47163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B46255D5-8A92-6CF9-211B-8015F8C43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FD2F453-1872-B35D-9ADA-63D9F5D321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F630574-CE0D-33FD-80D2-C92160291653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D68E87D-2381-3494-A930-DE6DD68BDBB1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ACBC7E4F-9C59-5BE3-FAAF-01290BB5FC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6816E31-581B-8681-8564-157338BE41C0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B21A3D-A635-45F2-D69F-0695DB405D16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55ECD5-CA1D-FB4E-7C8D-8A249D7A6D61}"/>
              </a:ext>
            </a:extLst>
          </p:cNvPr>
          <p:cNvSpPr txBox="1"/>
          <p:nvPr/>
        </p:nvSpPr>
        <p:spPr>
          <a:xfrm>
            <a:off x="710504" y="851880"/>
            <a:ext cx="103535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tabLst>
                <a:tab pos="539750" algn="l"/>
              </a:tabLst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>
                <a:latin typeface="Arial Black" panose="020B0A04020102020204" pitchFamily="34" charset="0"/>
                <a:cs typeface="Arial" panose="020B0604020202020204" pitchFamily="34" charset="0"/>
              </a:rPr>
              <a:t>arquivo </a:t>
            </a:r>
            <a:r>
              <a:rPr lang="pt-BR" sz="3200" dirty="0" err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344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5A7C36-D20E-1FD8-FFE9-3C83E0B236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C71F1C-4FC3-8A1D-5779-C10E3C92EC10}"/>
              </a:ext>
            </a:extLst>
          </p:cNvPr>
          <p:cNvSpPr txBox="1"/>
          <p:nvPr/>
        </p:nvSpPr>
        <p:spPr>
          <a:xfrm>
            <a:off x="960781" y="1186017"/>
            <a:ext cx="1027043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	Não se esqueça de colocar as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variáveis PHP dentro das chaves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quando estiver colocando o conteúdo das variáveis dentro de outras strings.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Uma </a:t>
            </a:r>
            <a:r>
              <a:rPr lang="pt-BR" sz="32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string é uma sequência de caracteres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seja, as </a:t>
            </a:r>
            <a:r>
              <a:rPr lang="pt-BR" sz="3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nossas variáveis com textos são variáveis com strings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Não deixe de reparar que abrimos a string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$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sqlGravar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na linha onde ela é declarada e a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fechamos na linha depois do código 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212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0615-282E-4632-5F77-65B0EA5D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D9CAD5D1-B694-82F9-EF68-7C5244E5D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A0E4AF0-A684-FBEA-4D5D-268C88A22C28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CFA3050-488D-0D06-7427-D8104AEE3FA5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37885F4B-3BAF-BBE9-8138-EAC640305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2C5EABF-14C1-40F3-9B9B-DC4F2544DC00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1ED335-E2E5-113F-620B-C3ECDD964D8A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0E87E8C-5AE0-957A-E328-AE934F00DB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0DF1C6-F0A7-C8AB-E384-339DE10FC20D}"/>
              </a:ext>
            </a:extLst>
          </p:cNvPr>
          <p:cNvSpPr txBox="1"/>
          <p:nvPr/>
        </p:nvSpPr>
        <p:spPr>
          <a:xfrm>
            <a:off x="931793" y="1070041"/>
            <a:ext cx="103723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Nesta função também fizemos o uso da função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mysqli_query()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pois ela é bem versátil, servindo para buscar dados e também para gravar dados.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749F63-C22C-C8FD-6005-8874A40631A6}"/>
              </a:ext>
            </a:extLst>
          </p:cNvPr>
          <p:cNvSpPr txBox="1"/>
          <p:nvPr/>
        </p:nvSpPr>
        <p:spPr>
          <a:xfrm>
            <a:off x="931793" y="3821119"/>
            <a:ext cx="103723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Na verdade a função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mysqli_query()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serve para executar código 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então ela devolve dados quando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fizermos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um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SELECT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ou apenas insere dados quando executados um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INSERT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75EC3A8-6282-2BFF-4F1E-CCA820B8F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809" y="2829582"/>
            <a:ext cx="9780382" cy="695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698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3AA26-7943-7C69-7D1D-3B2773EC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7DDC31A-26F8-473D-D22D-56342F09B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A40D9F9-5232-EFCC-4DE3-98EA1CF14843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644175B-9C0A-C203-3066-A9C362B4E6C3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AC45B3CB-3BD1-A7A7-02A5-7F4618B924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8356487-264F-B955-8C39-97B120AA597C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111907-546D-032E-F6C6-8FF109719419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1B5BD7-268A-FB6A-A31E-97761C69BC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F19757-7E1E-C189-7142-DA655093C175}"/>
              </a:ext>
            </a:extLst>
          </p:cNvPr>
          <p:cNvSpPr txBox="1"/>
          <p:nvPr/>
        </p:nvSpPr>
        <p:spPr>
          <a:xfrm>
            <a:off x="805070" y="1773981"/>
            <a:ext cx="104990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Bem, a aplicação já está quase ok para funcionar usando o banco. Mas ainda é necessária uma alteração!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nosso formulário tem o campo para a definir a prioridade da tarefa e este campo está com os valores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baixa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media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alta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a tabela tarefas no banco de dados não está preparada para estes valores, pois decidimos usar números para definir as prioridades.</a:t>
            </a:r>
          </a:p>
        </p:txBody>
      </p:sp>
    </p:spTree>
    <p:extLst>
      <p:ext uri="{BB962C8B-B14F-4D97-AF65-F5344CB8AC3E}">
        <p14:creationId xmlns:p14="http://schemas.microsoft.com/office/powerpoint/2010/main" val="1764033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A22D7-8900-6E63-2156-895D7836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BF8BFA2-FDDC-A4B5-DB56-291661EFB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F207400-3F90-33C3-BAE2-26727216612C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7DA8E90-D11A-89A6-A578-FCA738D56C9A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8217782F-0743-F4BA-7856-8EC8D9D271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AF121CC-BE68-5F34-8A17-B9AEF3FEABB9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871907-39A5-A2BC-681B-B225CC08F226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C65CDBF-DB23-FE4A-1519-77C9AFF797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CEA610-17CA-2726-794A-F9C76CEE06C4}"/>
              </a:ext>
            </a:extLst>
          </p:cNvPr>
          <p:cNvSpPr txBox="1"/>
          <p:nvPr/>
        </p:nvSpPr>
        <p:spPr>
          <a:xfrm>
            <a:off x="752068" y="1119711"/>
            <a:ext cx="104990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Sendo assim, altere o formulário para que os valores das prioridades fiquem como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respectivamente, lembrando que o formulário está no arquivo </a:t>
            </a:r>
            <a:r>
              <a:rPr lang="pt-BR" sz="2800" b="1" i="1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1CAA97-4569-2BB0-29BC-2E8FBC7AA9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054" y="2660820"/>
            <a:ext cx="9668332" cy="32927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8424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6D3D-1C46-9F8B-696F-4BF82EDD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A9C69CD7-FE15-0073-139B-4D1F9DF47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193841E-0761-9B51-D837-9C2191A8DB20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3D614B8-A0D0-86C1-4DDA-F1FF886A0199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D344C121-895D-5B88-4B8C-CC6DF20A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1345612-944C-5435-B03F-1EAF5FA58C4E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25C297-D902-A1B5-56F2-47AB17C07494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22F195-9D05-913B-C362-134BB70042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A3A477-8A41-F70D-D2A0-BC4942883269}"/>
              </a:ext>
            </a:extLst>
          </p:cNvPr>
          <p:cNvSpPr txBox="1"/>
          <p:nvPr/>
        </p:nvSpPr>
        <p:spPr>
          <a:xfrm>
            <a:off x="8060635" y="2483544"/>
            <a:ext cx="38341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Muito bem, agora acesse a página no seu </a:t>
            </a:r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LOCALHOST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 tente cadastrar uma tarefa. Eu cadastrei uma nova e a minha lista ficou assim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7680BA5-C4DF-C58A-802E-4DEA4988A8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12" y="747795"/>
            <a:ext cx="7540100" cy="59844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62607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0539-AB14-8640-9899-3A7BC8E0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6BD7560-832D-FE45-3E9E-3AAD064C4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177F99B-D8B2-7FD2-5223-7F30B379DE6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0A536C3-B6DA-79AE-9117-07580A9BF90B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B629A635-531E-D5A3-8602-E2A6EBC5E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56F552D-006E-730B-5FD8-5336D2EC8A3C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AC2C76-D5FC-E268-B734-59AC22404E12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9B18A2-1CA9-3241-E139-9963637EE1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6A01330-175A-5FDA-7CC0-37AB3245480E}"/>
              </a:ext>
            </a:extLst>
          </p:cNvPr>
          <p:cNvSpPr txBox="1"/>
          <p:nvPr/>
        </p:nvSpPr>
        <p:spPr>
          <a:xfrm>
            <a:off x="954157" y="2151727"/>
            <a:ext cx="101922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Agora,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precisamos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exibir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corretamente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prioridades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tarefas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pois 1, 2 e 3 devem ser usados apenas no banco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aplicação deve exibir sempre como baixa, média e alta.</a:t>
            </a:r>
          </a:p>
        </p:txBody>
      </p:sp>
    </p:spTree>
    <p:extLst>
      <p:ext uri="{BB962C8B-B14F-4D97-AF65-F5344CB8AC3E}">
        <p14:creationId xmlns:p14="http://schemas.microsoft.com/office/powerpoint/2010/main" val="33636181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79B07-B466-A82E-1F0B-24AF73E7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E96DD0A-2F30-4676-6C51-2BBF40577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07D0905-C7F2-03BA-008A-4B23F8550F92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5528D1D-12EA-44A4-8149-53435429BC09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8C0B9B7-5A78-4A78-517D-56C2EBC7E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8E9C8F8-7923-4B16-BB5D-4B92FA26C8B5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9A33A6-3C18-59E3-BC90-A5874AE81175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6A66A2-E8C8-50AA-940C-AD452D5BDF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E0A33-7E95-D154-AE07-1E5FDAEBF6D1}"/>
              </a:ext>
            </a:extLst>
          </p:cNvPr>
          <p:cNvSpPr txBox="1"/>
          <p:nvPr/>
        </p:nvSpPr>
        <p:spPr>
          <a:xfrm>
            <a:off x="954157" y="1103040"/>
            <a:ext cx="101922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 linha que precisamos alterar é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 que exibe a prioridade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no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618716-7D65-5109-A4CB-7006345F5D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330" y="2595873"/>
            <a:ext cx="9283148" cy="31191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DDD14DC-8C83-A006-39E1-29C904FE6235}"/>
              </a:ext>
            </a:extLst>
          </p:cNvPr>
          <p:cNvSpPr/>
          <p:nvPr/>
        </p:nvSpPr>
        <p:spPr>
          <a:xfrm>
            <a:off x="2027583" y="4363278"/>
            <a:ext cx="8140244" cy="4770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413752A5-BE43-B2D2-9565-28A1C7E12F95}"/>
              </a:ext>
            </a:extLst>
          </p:cNvPr>
          <p:cNvSpPr/>
          <p:nvPr/>
        </p:nvSpPr>
        <p:spPr>
          <a:xfrm>
            <a:off x="496957" y="4353339"/>
            <a:ext cx="1272208" cy="477079"/>
          </a:xfrm>
          <a:prstGeom prst="rightArrow">
            <a:avLst>
              <a:gd name="adj1" fmla="val 50000"/>
              <a:gd name="adj2" fmla="val 89583"/>
            </a:avLst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48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EB60-7217-177E-C042-D597B0A8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89F38F90-C907-9274-891C-55594931E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4F54085-309F-020C-03ED-083225477E88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5BD17EEB-30B0-A30C-A4DC-9B9AEE9BED0B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F5676ADE-A61C-2061-6D45-1DAF743C4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2AECEEF-C13F-EAC5-6943-B7BB1D4826F7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3DA8B1-264A-5E70-BE03-1CCA6A069D9D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BEA71F-5C8E-C868-4982-27176ED15E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845A57-10CF-9A81-1F56-F78428E336EC}"/>
              </a:ext>
            </a:extLst>
          </p:cNvPr>
          <p:cNvSpPr txBox="1"/>
          <p:nvPr/>
        </p:nvSpPr>
        <p:spPr>
          <a:xfrm>
            <a:off x="874643" y="1905506"/>
            <a:ext cx="1042946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Adicionar alguns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podem resolver o nosso problema,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mas vão deixar nosso template mais difícil de ser lido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Veja como fica se adicionarmos a logica necessária para exibir os nomes das prioridades diretamente no </a:t>
            </a:r>
            <a:r>
              <a:rPr lang="pt-BR" sz="3200" b="1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template.php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8872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FD92D-0AE4-F8B5-B4A5-56FAB8ED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2D28B17-3842-9602-FDE6-1227746EB3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26" y="2941571"/>
            <a:ext cx="9283148" cy="3495013"/>
          </a:xfrm>
          <a:prstGeom prst="rect">
            <a:avLst/>
          </a:prstGeom>
          <a:ln w="5715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E220B83D-AE91-58C4-A2C6-2EAF919A8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3C517BB-0D48-1637-F027-2572BC501082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E2FB318-017E-0244-5D80-5F3E1FF873F2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B4E98B7C-79D4-62BF-7EA2-421B9F7E91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0BBB90F-B187-7B87-4937-BB67A672C3C8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B81999-4D14-D96F-402E-D6C5AD367D4B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20DCEC-8236-D71D-E53E-A731801420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962586-4C54-AD81-259C-FA5742240C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426" y="947402"/>
            <a:ext cx="9283148" cy="1825615"/>
          </a:xfrm>
          <a:prstGeom prst="rect">
            <a:avLst/>
          </a:prstGeom>
          <a:ln w="5715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ímbolo de &quot;Não Permitido&quot; 7">
            <a:extLst>
              <a:ext uri="{FF2B5EF4-FFF2-40B4-BE49-F238E27FC236}">
                <a16:creationId xmlns:a16="http://schemas.microsoft.com/office/drawing/2014/main" id="{AEDEC83B-6E80-B677-22E5-902CC88D9A29}"/>
              </a:ext>
            </a:extLst>
          </p:cNvPr>
          <p:cNvSpPr/>
          <p:nvPr/>
        </p:nvSpPr>
        <p:spPr>
          <a:xfrm>
            <a:off x="4815508" y="930900"/>
            <a:ext cx="2131944" cy="1858618"/>
          </a:xfrm>
          <a:prstGeom prst="noSmoking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01292F7-7151-CD6C-7384-9DAD3CE73356}"/>
              </a:ext>
            </a:extLst>
          </p:cNvPr>
          <p:cNvGrpSpPr/>
          <p:nvPr/>
        </p:nvGrpSpPr>
        <p:grpSpPr>
          <a:xfrm>
            <a:off x="423412" y="4204250"/>
            <a:ext cx="1706219" cy="1306965"/>
            <a:chOff x="3319670" y="3001617"/>
            <a:chExt cx="4450245" cy="2986678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4A017BBD-9FD9-6E3E-9514-693DD3B9C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933" t="39955"/>
            <a:stretch>
              <a:fillRect/>
            </a:stretch>
          </p:blipFill>
          <p:spPr>
            <a:xfrm>
              <a:off x="3319670" y="3001617"/>
              <a:ext cx="4450245" cy="2986678"/>
            </a:xfrm>
            <a:prstGeom prst="rect">
              <a:avLst/>
            </a:prstGeom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8BE37F8-0278-E8A6-315B-841FA68A2E81}"/>
                </a:ext>
              </a:extLst>
            </p:cNvPr>
            <p:cNvSpPr/>
            <p:nvPr/>
          </p:nvSpPr>
          <p:spPr>
            <a:xfrm>
              <a:off x="3856383" y="3001617"/>
              <a:ext cx="1709530" cy="904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D4FEED1-6FE4-F554-966C-80FFA96AF251}"/>
              </a:ext>
            </a:extLst>
          </p:cNvPr>
          <p:cNvGrpSpPr/>
          <p:nvPr/>
        </p:nvGrpSpPr>
        <p:grpSpPr>
          <a:xfrm>
            <a:off x="350251" y="1362718"/>
            <a:ext cx="1706219" cy="1306965"/>
            <a:chOff x="6598851" y="1124702"/>
            <a:chExt cx="4341549" cy="2891754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9F1F5707-96CB-A80E-5CD0-D7B035D8F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5305" b="41864"/>
            <a:stretch>
              <a:fillRect/>
            </a:stretch>
          </p:blipFill>
          <p:spPr>
            <a:xfrm>
              <a:off x="6598851" y="1124702"/>
              <a:ext cx="4341549" cy="2891754"/>
            </a:xfrm>
            <a:prstGeom prst="rect">
              <a:avLst/>
            </a:prstGeom>
          </p:spPr>
        </p:pic>
        <p:sp>
          <p:nvSpPr>
            <p:cNvPr id="20" name="Retângulo 9">
              <a:extLst>
                <a:ext uri="{FF2B5EF4-FFF2-40B4-BE49-F238E27FC236}">
                  <a16:creationId xmlns:a16="http://schemas.microsoft.com/office/drawing/2014/main" id="{D6A340C0-9ECA-CC70-58A8-A76ADCB49C55}"/>
                </a:ext>
              </a:extLst>
            </p:cNvPr>
            <p:cNvSpPr/>
            <p:nvPr/>
          </p:nvSpPr>
          <p:spPr>
            <a:xfrm>
              <a:off x="8382542" y="3146345"/>
              <a:ext cx="1785284" cy="870111"/>
            </a:xfrm>
            <a:custGeom>
              <a:avLst/>
              <a:gdLst>
                <a:gd name="connsiteX0" fmla="*/ 0 w 1526746"/>
                <a:gd name="connsiteY0" fmla="*/ 0 h 926187"/>
                <a:gd name="connsiteX1" fmla="*/ 1526746 w 1526746"/>
                <a:gd name="connsiteY1" fmla="*/ 0 h 926187"/>
                <a:gd name="connsiteX2" fmla="*/ 1526746 w 1526746"/>
                <a:gd name="connsiteY2" fmla="*/ 926187 h 926187"/>
                <a:gd name="connsiteX3" fmla="*/ 0 w 1526746"/>
                <a:gd name="connsiteY3" fmla="*/ 926187 h 926187"/>
                <a:gd name="connsiteX4" fmla="*/ 0 w 1526746"/>
                <a:gd name="connsiteY4" fmla="*/ 0 h 926187"/>
                <a:gd name="connsiteX0" fmla="*/ 0 w 1526746"/>
                <a:gd name="connsiteY0" fmla="*/ 0 h 926187"/>
                <a:gd name="connsiteX1" fmla="*/ 1526746 w 1526746"/>
                <a:gd name="connsiteY1" fmla="*/ 0 h 926187"/>
                <a:gd name="connsiteX2" fmla="*/ 1526746 w 1526746"/>
                <a:gd name="connsiteY2" fmla="*/ 926187 h 926187"/>
                <a:gd name="connsiteX3" fmla="*/ 0 w 1526746"/>
                <a:gd name="connsiteY3" fmla="*/ 926187 h 926187"/>
                <a:gd name="connsiteX4" fmla="*/ 0 w 1526746"/>
                <a:gd name="connsiteY4" fmla="*/ 272495 h 926187"/>
                <a:gd name="connsiteX5" fmla="*/ 0 w 1526746"/>
                <a:gd name="connsiteY5" fmla="*/ 0 h 926187"/>
                <a:gd name="connsiteX0" fmla="*/ 154940 w 1681686"/>
                <a:gd name="connsiteY0" fmla="*/ 0 h 926187"/>
                <a:gd name="connsiteX1" fmla="*/ 1681686 w 1681686"/>
                <a:gd name="connsiteY1" fmla="*/ 0 h 926187"/>
                <a:gd name="connsiteX2" fmla="*/ 1681686 w 1681686"/>
                <a:gd name="connsiteY2" fmla="*/ 926187 h 926187"/>
                <a:gd name="connsiteX3" fmla="*/ 154940 w 1681686"/>
                <a:gd name="connsiteY3" fmla="*/ 926187 h 926187"/>
                <a:gd name="connsiteX4" fmla="*/ 0 w 1681686"/>
                <a:gd name="connsiteY4" fmla="*/ 254715 h 926187"/>
                <a:gd name="connsiteX5" fmla="*/ 154940 w 1681686"/>
                <a:gd name="connsiteY5" fmla="*/ 0 h 926187"/>
                <a:gd name="connsiteX0" fmla="*/ 154940 w 1681686"/>
                <a:gd name="connsiteY0" fmla="*/ 0 h 926187"/>
                <a:gd name="connsiteX1" fmla="*/ 1681686 w 1681686"/>
                <a:gd name="connsiteY1" fmla="*/ 0 h 926187"/>
                <a:gd name="connsiteX2" fmla="*/ 1681686 w 1681686"/>
                <a:gd name="connsiteY2" fmla="*/ 926187 h 926187"/>
                <a:gd name="connsiteX3" fmla="*/ 154940 w 1681686"/>
                <a:gd name="connsiteY3" fmla="*/ 926187 h 926187"/>
                <a:gd name="connsiteX4" fmla="*/ 101600 w 1681686"/>
                <a:gd name="connsiteY4" fmla="*/ 694135 h 926187"/>
                <a:gd name="connsiteX5" fmla="*/ 0 w 1681686"/>
                <a:gd name="connsiteY5" fmla="*/ 254715 h 926187"/>
                <a:gd name="connsiteX6" fmla="*/ 154940 w 1681686"/>
                <a:gd name="connsiteY6" fmla="*/ 0 h 926187"/>
                <a:gd name="connsiteX0" fmla="*/ 241300 w 1768046"/>
                <a:gd name="connsiteY0" fmla="*/ 0 h 926187"/>
                <a:gd name="connsiteX1" fmla="*/ 1768046 w 1768046"/>
                <a:gd name="connsiteY1" fmla="*/ 0 h 926187"/>
                <a:gd name="connsiteX2" fmla="*/ 1768046 w 1768046"/>
                <a:gd name="connsiteY2" fmla="*/ 926187 h 926187"/>
                <a:gd name="connsiteX3" fmla="*/ 241300 w 1768046"/>
                <a:gd name="connsiteY3" fmla="*/ 926187 h 926187"/>
                <a:gd name="connsiteX4" fmla="*/ 0 w 1768046"/>
                <a:gd name="connsiteY4" fmla="*/ 671275 h 926187"/>
                <a:gd name="connsiteX5" fmla="*/ 86360 w 1768046"/>
                <a:gd name="connsiteY5" fmla="*/ 254715 h 926187"/>
                <a:gd name="connsiteX6" fmla="*/ 241300 w 1768046"/>
                <a:gd name="connsiteY6" fmla="*/ 0 h 926187"/>
                <a:gd name="connsiteX0" fmla="*/ 255289 w 1782035"/>
                <a:gd name="connsiteY0" fmla="*/ 0 h 926187"/>
                <a:gd name="connsiteX1" fmla="*/ 1782035 w 1782035"/>
                <a:gd name="connsiteY1" fmla="*/ 0 h 926187"/>
                <a:gd name="connsiteX2" fmla="*/ 1782035 w 1782035"/>
                <a:gd name="connsiteY2" fmla="*/ 926187 h 926187"/>
                <a:gd name="connsiteX3" fmla="*/ 255289 w 1782035"/>
                <a:gd name="connsiteY3" fmla="*/ 926187 h 926187"/>
                <a:gd name="connsiteX4" fmla="*/ 13989 w 1782035"/>
                <a:gd name="connsiteY4" fmla="*/ 671275 h 926187"/>
                <a:gd name="connsiteX5" fmla="*/ 100349 w 1782035"/>
                <a:gd name="connsiteY5" fmla="*/ 254715 h 926187"/>
                <a:gd name="connsiteX6" fmla="*/ 255289 w 1782035"/>
                <a:gd name="connsiteY6" fmla="*/ 0 h 926187"/>
                <a:gd name="connsiteX0" fmla="*/ 260433 w 1787179"/>
                <a:gd name="connsiteY0" fmla="*/ 0 h 926187"/>
                <a:gd name="connsiteX1" fmla="*/ 1787179 w 1787179"/>
                <a:gd name="connsiteY1" fmla="*/ 0 h 926187"/>
                <a:gd name="connsiteX2" fmla="*/ 1787179 w 1787179"/>
                <a:gd name="connsiteY2" fmla="*/ 926187 h 926187"/>
                <a:gd name="connsiteX3" fmla="*/ 260433 w 1787179"/>
                <a:gd name="connsiteY3" fmla="*/ 926187 h 926187"/>
                <a:gd name="connsiteX4" fmla="*/ 19133 w 1787179"/>
                <a:gd name="connsiteY4" fmla="*/ 671275 h 926187"/>
                <a:gd name="connsiteX5" fmla="*/ 105493 w 1787179"/>
                <a:gd name="connsiteY5" fmla="*/ 254715 h 926187"/>
                <a:gd name="connsiteX6" fmla="*/ 260433 w 1787179"/>
                <a:gd name="connsiteY6" fmla="*/ 0 h 926187"/>
                <a:gd name="connsiteX0" fmla="*/ 260433 w 1787179"/>
                <a:gd name="connsiteY0" fmla="*/ 0 h 926187"/>
                <a:gd name="connsiteX1" fmla="*/ 1787179 w 1787179"/>
                <a:gd name="connsiteY1" fmla="*/ 0 h 926187"/>
                <a:gd name="connsiteX2" fmla="*/ 1787179 w 1787179"/>
                <a:gd name="connsiteY2" fmla="*/ 926187 h 926187"/>
                <a:gd name="connsiteX3" fmla="*/ 260433 w 1787179"/>
                <a:gd name="connsiteY3" fmla="*/ 926187 h 926187"/>
                <a:gd name="connsiteX4" fmla="*/ 19133 w 1787179"/>
                <a:gd name="connsiteY4" fmla="*/ 671275 h 926187"/>
                <a:gd name="connsiteX5" fmla="*/ 105493 w 1787179"/>
                <a:gd name="connsiteY5" fmla="*/ 201375 h 926187"/>
                <a:gd name="connsiteX6" fmla="*/ 260433 w 1787179"/>
                <a:gd name="connsiteY6" fmla="*/ 0 h 926187"/>
                <a:gd name="connsiteX0" fmla="*/ 260433 w 1787179"/>
                <a:gd name="connsiteY0" fmla="*/ 0 h 926187"/>
                <a:gd name="connsiteX1" fmla="*/ 1787179 w 1787179"/>
                <a:gd name="connsiteY1" fmla="*/ 0 h 926187"/>
                <a:gd name="connsiteX2" fmla="*/ 1787179 w 1787179"/>
                <a:gd name="connsiteY2" fmla="*/ 926187 h 926187"/>
                <a:gd name="connsiteX3" fmla="*/ 260433 w 1787179"/>
                <a:gd name="connsiteY3" fmla="*/ 926187 h 926187"/>
                <a:gd name="connsiteX4" fmla="*/ 19133 w 1787179"/>
                <a:gd name="connsiteY4" fmla="*/ 671275 h 926187"/>
                <a:gd name="connsiteX5" fmla="*/ 105493 w 1787179"/>
                <a:gd name="connsiteY5" fmla="*/ 201375 h 926187"/>
                <a:gd name="connsiteX6" fmla="*/ 260433 w 1787179"/>
                <a:gd name="connsiteY6" fmla="*/ 0 h 926187"/>
                <a:gd name="connsiteX0" fmla="*/ 262201 w 1788947"/>
                <a:gd name="connsiteY0" fmla="*/ 0 h 926187"/>
                <a:gd name="connsiteX1" fmla="*/ 1788947 w 1788947"/>
                <a:gd name="connsiteY1" fmla="*/ 0 h 926187"/>
                <a:gd name="connsiteX2" fmla="*/ 1788947 w 1788947"/>
                <a:gd name="connsiteY2" fmla="*/ 926187 h 926187"/>
                <a:gd name="connsiteX3" fmla="*/ 262201 w 1788947"/>
                <a:gd name="connsiteY3" fmla="*/ 926187 h 926187"/>
                <a:gd name="connsiteX4" fmla="*/ 20901 w 1788947"/>
                <a:gd name="connsiteY4" fmla="*/ 671275 h 926187"/>
                <a:gd name="connsiteX5" fmla="*/ 97101 w 1788947"/>
                <a:gd name="connsiteY5" fmla="*/ 183595 h 926187"/>
                <a:gd name="connsiteX6" fmla="*/ 262201 w 1788947"/>
                <a:gd name="connsiteY6" fmla="*/ 0 h 926187"/>
                <a:gd name="connsiteX0" fmla="*/ 262201 w 1788947"/>
                <a:gd name="connsiteY0" fmla="*/ 0 h 926187"/>
                <a:gd name="connsiteX1" fmla="*/ 1788947 w 1788947"/>
                <a:gd name="connsiteY1" fmla="*/ 0 h 926187"/>
                <a:gd name="connsiteX2" fmla="*/ 1788947 w 1788947"/>
                <a:gd name="connsiteY2" fmla="*/ 926187 h 926187"/>
                <a:gd name="connsiteX3" fmla="*/ 262201 w 1788947"/>
                <a:gd name="connsiteY3" fmla="*/ 926187 h 926187"/>
                <a:gd name="connsiteX4" fmla="*/ 20901 w 1788947"/>
                <a:gd name="connsiteY4" fmla="*/ 671275 h 926187"/>
                <a:gd name="connsiteX5" fmla="*/ 97101 w 1788947"/>
                <a:gd name="connsiteY5" fmla="*/ 183595 h 926187"/>
                <a:gd name="connsiteX6" fmla="*/ 262201 w 1788947"/>
                <a:gd name="connsiteY6" fmla="*/ 0 h 926187"/>
                <a:gd name="connsiteX0" fmla="*/ 260234 w 1786980"/>
                <a:gd name="connsiteY0" fmla="*/ 0 h 926187"/>
                <a:gd name="connsiteX1" fmla="*/ 1786980 w 1786980"/>
                <a:gd name="connsiteY1" fmla="*/ 0 h 926187"/>
                <a:gd name="connsiteX2" fmla="*/ 1786980 w 1786980"/>
                <a:gd name="connsiteY2" fmla="*/ 926187 h 926187"/>
                <a:gd name="connsiteX3" fmla="*/ 260234 w 1786980"/>
                <a:gd name="connsiteY3" fmla="*/ 926187 h 926187"/>
                <a:gd name="connsiteX4" fmla="*/ 18934 w 1786980"/>
                <a:gd name="connsiteY4" fmla="*/ 671275 h 926187"/>
                <a:gd name="connsiteX5" fmla="*/ 95134 w 1786980"/>
                <a:gd name="connsiteY5" fmla="*/ 183595 h 926187"/>
                <a:gd name="connsiteX6" fmla="*/ 260234 w 1786980"/>
                <a:gd name="connsiteY6" fmla="*/ 0 h 926187"/>
                <a:gd name="connsiteX0" fmla="*/ 258538 w 1785284"/>
                <a:gd name="connsiteY0" fmla="*/ 0 h 926187"/>
                <a:gd name="connsiteX1" fmla="*/ 1785284 w 1785284"/>
                <a:gd name="connsiteY1" fmla="*/ 0 h 926187"/>
                <a:gd name="connsiteX2" fmla="*/ 1785284 w 1785284"/>
                <a:gd name="connsiteY2" fmla="*/ 926187 h 926187"/>
                <a:gd name="connsiteX3" fmla="*/ 258538 w 1785284"/>
                <a:gd name="connsiteY3" fmla="*/ 926187 h 926187"/>
                <a:gd name="connsiteX4" fmla="*/ 17238 w 1785284"/>
                <a:gd name="connsiteY4" fmla="*/ 671275 h 926187"/>
                <a:gd name="connsiteX5" fmla="*/ 93438 w 1785284"/>
                <a:gd name="connsiteY5" fmla="*/ 183595 h 926187"/>
                <a:gd name="connsiteX6" fmla="*/ 258538 w 1785284"/>
                <a:gd name="connsiteY6" fmla="*/ 0 h 92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85284" h="926187">
                  <a:moveTo>
                    <a:pt x="258538" y="0"/>
                  </a:moveTo>
                  <a:lnTo>
                    <a:pt x="1785284" y="0"/>
                  </a:lnTo>
                  <a:lnTo>
                    <a:pt x="1785284" y="926187"/>
                  </a:lnTo>
                  <a:lnTo>
                    <a:pt x="258538" y="926187"/>
                  </a:lnTo>
                  <a:lnTo>
                    <a:pt x="17238" y="671275"/>
                  </a:lnTo>
                  <a:cubicBezTo>
                    <a:pt x="-35255" y="336842"/>
                    <a:pt x="44331" y="324988"/>
                    <a:pt x="93438" y="183595"/>
                  </a:cubicBezTo>
                  <a:cubicBezTo>
                    <a:pt x="170485" y="78370"/>
                    <a:pt x="206891" y="67125"/>
                    <a:pt x="2585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Retângulo 20">
            <a:extLst>
              <a:ext uri="{FF2B5EF4-FFF2-40B4-BE49-F238E27FC236}">
                <a16:creationId xmlns:a16="http://schemas.microsoft.com/office/drawing/2014/main" id="{C79EE49A-88A6-CCB0-1A19-BF64800AE5EA}"/>
              </a:ext>
            </a:extLst>
          </p:cNvPr>
          <p:cNvSpPr/>
          <p:nvPr/>
        </p:nvSpPr>
        <p:spPr>
          <a:xfrm>
            <a:off x="2129631" y="4204251"/>
            <a:ext cx="8284369" cy="163416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15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5F0A-3DCD-7DC7-3F50-E55D68A5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D356A76-487D-C21B-6B4D-481DCE3CB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06F2E54-D9D0-7FB0-4C32-35C542475D6F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5E922FE-6FC0-EB13-42B0-682F468DF562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26E1C5AF-1EA3-68BF-1D43-8FBCA1819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EB9CF29-F3D5-CEEE-17ED-3F699E5305FA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09BF33-FE74-F4E7-B31D-1468D46FBEC8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9D9798-BFFF-5D05-A20F-EFA8023CEB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23B44C-7A87-4F15-BF97-F6D828389894}"/>
              </a:ext>
            </a:extLst>
          </p:cNvPr>
          <p:cNvSpPr txBox="1"/>
          <p:nvPr/>
        </p:nvSpPr>
        <p:spPr>
          <a:xfrm>
            <a:off x="917293" y="1179984"/>
            <a:ext cx="103868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Não está assim tão ruim, mas veja como esta outra maneira fica bem mais legível e fácil de entender: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B0EDCAB-3CA4-DA75-DDF3-2AB03A8E46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92" y="2485863"/>
            <a:ext cx="10386815" cy="3123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0A0ACC4-8576-3F06-DFAB-365CEE112F3D}"/>
              </a:ext>
            </a:extLst>
          </p:cNvPr>
          <p:cNvSpPr/>
          <p:nvPr/>
        </p:nvSpPr>
        <p:spPr>
          <a:xfrm>
            <a:off x="1307939" y="4224759"/>
            <a:ext cx="9996169" cy="5092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7DAF516F-44E1-EA63-4A7A-6A76CB779E7B}"/>
              </a:ext>
            </a:extLst>
          </p:cNvPr>
          <p:cNvSpPr/>
          <p:nvPr/>
        </p:nvSpPr>
        <p:spPr>
          <a:xfrm>
            <a:off x="0" y="4240862"/>
            <a:ext cx="1272208" cy="477079"/>
          </a:xfrm>
          <a:prstGeom prst="rightArrow">
            <a:avLst>
              <a:gd name="adj1" fmla="val 50000"/>
              <a:gd name="adj2" fmla="val 89583"/>
            </a:avLst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A74E-1AFB-0EE7-7866-9EB793E3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0AA8181-01DF-BAAB-9BED-845C460D8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7C1BB84-BF55-023E-8276-9EB19D90E8FE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E78C2C9-C2AC-A531-B959-3E6527B5A98C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8780EED6-44AA-0406-8B51-1784DAFA73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A237165-14D3-E97B-E077-BF55B8464BE3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1C4CBA-8E2D-A683-BE3D-0BCC23E6E1BB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7A0068-AC86-9701-5608-9BF7F25134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18BDE3-769C-8FB0-A845-FBA5E6BB5D61}"/>
              </a:ext>
            </a:extLst>
          </p:cNvPr>
          <p:cNvSpPr txBox="1"/>
          <p:nvPr/>
        </p:nvSpPr>
        <p:spPr>
          <a:xfrm>
            <a:off x="697375" y="2151727"/>
            <a:ext cx="1060673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Bem mais simples, não? Claro que neste caso é necessário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criar a função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traduz_prioridade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colocar nela os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ifs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a grande questão aqui é que 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template.php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fica mais simples e enxuto, muito mais fácil de entender.</a:t>
            </a:r>
          </a:p>
        </p:txBody>
      </p:sp>
    </p:spTree>
    <p:extLst>
      <p:ext uri="{BB962C8B-B14F-4D97-AF65-F5344CB8AC3E}">
        <p14:creationId xmlns:p14="http://schemas.microsoft.com/office/powerpoint/2010/main" val="10938241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E11D-1B32-9F93-04FA-A596D9DE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7763DCEF-F6E3-5FEB-0DB3-F5F3BC8C5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8B69D30-7E8E-6331-CB8D-4FB80AF21C0C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CF814F7-8957-7021-107A-3609487C4DBF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C821DAB-E30B-6964-AC8E-B87543F50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C548277-5A60-0A7C-0556-E5936861A12E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FA0999-B26C-5BB5-2F1B-3B2959D34CD2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298E7CD-AAD7-E04C-2B54-D5DD6E97AB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837EFA-5842-29E3-4230-626A92E4C14D}"/>
              </a:ext>
            </a:extLst>
          </p:cNvPr>
          <p:cNvSpPr txBox="1"/>
          <p:nvPr/>
        </p:nvSpPr>
        <p:spPr>
          <a:xfrm>
            <a:off x="944216" y="1828562"/>
            <a:ext cx="10202204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Pegue 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banco.php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como exemplo: nele existem as funções que criamos para lidar com o banco de dados.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Graças a isso o restante da nossa aplicação precisa apenas chamar essas funções e não se preocupar em escrever SQL para executar no banco.</a:t>
            </a:r>
          </a:p>
        </p:txBody>
      </p:sp>
    </p:spTree>
    <p:extLst>
      <p:ext uri="{BB962C8B-B14F-4D97-AF65-F5344CB8AC3E}">
        <p14:creationId xmlns:p14="http://schemas.microsoft.com/office/powerpoint/2010/main" val="414944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F39E-1EE8-96EF-45D7-CF138DD7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9D319D6A-4CA3-E003-3D56-525F89A00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910EA54-0FA5-D8C7-6BA5-ED7BFE0967F9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E0ACC39-550C-8127-B740-E61F07026404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80598591-E15F-D4DE-384D-5C31544778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F8578DD-A2DA-AEBD-B978-A65CD1F4015C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4AC57E-15CF-5779-4627-58C378122251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104210E-791F-C33C-2035-13575A9EAA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A16D62-3092-FD35-61DA-FBDE46892177}"/>
              </a:ext>
            </a:extLst>
          </p:cNvPr>
          <p:cNvSpPr txBox="1"/>
          <p:nvPr/>
        </p:nvSpPr>
        <p:spPr>
          <a:xfrm>
            <a:off x="735496" y="1226478"/>
            <a:ext cx="1041092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Vamos criar um novo arquivo chamado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E742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ajudantes.php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Ele irá conter funções que nos ajudarão em pequenas tarefas, como este caso de traduzir o código da prioridade para o nome dela.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O conteúdo do arquivo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E7428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ajudantes.php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será apenas a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função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traduz_prioridade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por enquanto, pois logo mais iremos colocar  mais funções neste arquivo:</a:t>
            </a:r>
          </a:p>
        </p:txBody>
      </p:sp>
    </p:spTree>
    <p:extLst>
      <p:ext uri="{BB962C8B-B14F-4D97-AF65-F5344CB8AC3E}">
        <p14:creationId xmlns:p14="http://schemas.microsoft.com/office/powerpoint/2010/main" val="15270133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FF25-E0F4-C949-F818-183FA10E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66A5A79D-D005-1BE9-6A34-3E04EA27D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737828C-3B11-AE15-E9D0-CDE4A0F93314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484A5C5-D973-59B8-D1F0-F55182C13A74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5EF0EC0B-1944-3EBF-4D72-AE7725B40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E79EC46-2B08-CEE3-B2E2-C71FE0F3009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32C4A2-2808-396E-8026-83B326CFAB12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D75A1C-5D51-9DF9-DE5C-047A48C019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668361-3667-B55F-9592-84279E99D4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9957" y="1133061"/>
            <a:ext cx="9074425" cy="4383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093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05EB-CB89-0662-9107-F1919BBC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A8CB316-2120-53B5-028D-5EB43DD04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CE8BAB8-1F47-4207-CBAB-7AA3AA181925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D30F181-A540-1110-5FC8-EC9062B519DA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FAAAB85B-5259-9A02-5987-0025FE257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421A5324-0CE0-6AC3-62F5-F88289C256F2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CADF7A-17F9-9162-8458-F78737FCD28B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6799E47-550D-2126-EA06-5C1EA30E76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167575-46B5-064E-2DEC-9793195106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41" y="927942"/>
            <a:ext cx="5379091" cy="311728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2DDD40C-661D-5E3D-EB10-69F39A3EFE69}"/>
              </a:ext>
            </a:extLst>
          </p:cNvPr>
          <p:cNvSpPr txBox="1"/>
          <p:nvPr/>
        </p:nvSpPr>
        <p:spPr>
          <a:xfrm>
            <a:off x="5629683" y="1366897"/>
            <a:ext cx="56744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Repare que na função </a:t>
            </a:r>
            <a:r>
              <a:rPr lang="pt-BR" sz="3200" dirty="0" err="1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traduz_prioridade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utilizamos uma nova instrução do PHP, a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switch/case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9C2DB3-B7BF-B302-11C2-53434D0B2FAD}"/>
              </a:ext>
            </a:extLst>
          </p:cNvPr>
          <p:cNvSpPr txBox="1"/>
          <p:nvPr/>
        </p:nvSpPr>
        <p:spPr>
          <a:xfrm>
            <a:off x="481902" y="4323522"/>
            <a:ext cx="110971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Esta instrução serve para os casos em que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 variável pode ter diversos valores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valor significa um fluxo diferente para o programa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30130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6DC6-4FFB-251B-CA52-B4DBDF53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140A7F7-AC04-8DBE-BFE2-6F8DD16BE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8AB637E-0633-B2E8-51D9-9272DF055BBD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1E395CC7-C50D-1B92-77EE-DBEE863DF150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5A9F8CA2-648C-8AE0-546B-D3AFDED037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B38466C-0577-0DE3-E3E9-1F7F8B1BD64D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302AB3-3352-3A8A-A824-D1F23F65F324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42962B-A4A9-21F8-3E74-E4D8C907E9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E38781-7FCA-00E8-15BA-B9B36214C0C5}"/>
              </a:ext>
            </a:extLst>
          </p:cNvPr>
          <p:cNvSpPr txBox="1"/>
          <p:nvPr/>
        </p:nvSpPr>
        <p:spPr>
          <a:xfrm>
            <a:off x="685800" y="2074783"/>
            <a:ext cx="1039104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Com a </a:t>
            </a:r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função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traduz_prioridade()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pronta, precisamos dizer para a nossa  aplicação que ela existe.</a:t>
            </a:r>
          </a:p>
          <a:p>
            <a:pPr algn="just">
              <a:spcBef>
                <a:spcPts val="120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Para isso, no arquivo </a:t>
            </a:r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vamos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adicionar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instrução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logo abaixo da </a:t>
            </a:r>
            <a:r>
              <a:rPr lang="pt-BR" sz="32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inclusão do arquivo banco.php</a:t>
            </a:r>
          </a:p>
        </p:txBody>
      </p:sp>
    </p:spTree>
    <p:extLst>
      <p:ext uri="{BB962C8B-B14F-4D97-AF65-F5344CB8AC3E}">
        <p14:creationId xmlns:p14="http://schemas.microsoft.com/office/powerpoint/2010/main" val="25705870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7E57-2705-263A-64C3-A6AC1704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13750A5-EEE4-12CF-7F82-94A4780F1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53060F3-3B32-A098-7F04-3B9BF77A0302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B29232-EA74-FBE5-6851-F52EA9C4CC79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5059FE6E-78C1-8011-D086-064513733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4396DDC-E10B-2B63-7A61-B1A97C17AD5E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F4DE33-4DAD-2C1C-F450-D53CCC0158AB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DE3EA73-5ACA-DBA0-9B92-9E3E1191C3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412" y="219921"/>
            <a:ext cx="1072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CBF495-ADA5-EA60-5D21-F335647C36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55374" y="851880"/>
            <a:ext cx="10391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tarefas.php</a:t>
            </a:r>
            <a:endParaRPr lang="pt-BR" sz="32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6C5045-E607-1F54-BE43-0635BD6C0A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5386" y="1583625"/>
            <a:ext cx="6194429" cy="13580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FC6F05EB-E94E-1522-DB86-E7947FBD5160}"/>
              </a:ext>
            </a:extLst>
          </p:cNvPr>
          <p:cNvSpPr/>
          <p:nvPr/>
        </p:nvSpPr>
        <p:spPr>
          <a:xfrm>
            <a:off x="7752522" y="2590038"/>
            <a:ext cx="805070" cy="351597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94265D4-C083-57F0-77C2-57480DF76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271" y="3712984"/>
            <a:ext cx="7214658" cy="18811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87900B8E-CC7B-252A-C85F-FC63A2EF326C}"/>
              </a:ext>
            </a:extLst>
          </p:cNvPr>
          <p:cNvSpPr/>
          <p:nvPr/>
        </p:nvSpPr>
        <p:spPr>
          <a:xfrm>
            <a:off x="8955156" y="5009316"/>
            <a:ext cx="1630017" cy="584774"/>
          </a:xfrm>
          <a:prstGeom prst="leftArrow">
            <a:avLst>
              <a:gd name="adj1" fmla="val 50000"/>
              <a:gd name="adj2" fmla="val 11288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09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CD952-008E-0A1A-E8E3-65E13973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E3B0B466-DF7B-0634-62E9-E42F41C73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5918E10-5D3F-7374-A819-CBA127C5C997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4B8EA36-A220-DBC4-F675-554F307010D6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A3A24FE0-EF5C-3C55-AB16-3C0836747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DEB6068-BBB1-C5FE-5D8F-C9C77F229FC7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2B25DE-9E80-8D84-3583-6CDB2D0C310A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BDB272-BE46-C5CF-40A3-6F1FE4600309}"/>
              </a:ext>
            </a:extLst>
          </p:cNvPr>
          <p:cNvSpPr txBox="1"/>
          <p:nvPr/>
        </p:nvSpPr>
        <p:spPr>
          <a:xfrm>
            <a:off x="6790753" y="1825499"/>
            <a:ext cx="45133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Atualize a página e você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deverá ver as prioridades com os nomes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mais com os códigos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752A9FD-66D2-212A-54F7-6523EEDC52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46" y="21700"/>
            <a:ext cx="5683650" cy="629147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364194A-D9C8-6BBA-BEA8-1BE555D0156A}"/>
              </a:ext>
            </a:extLst>
          </p:cNvPr>
          <p:cNvSpPr txBox="1">
            <a:spLocks/>
          </p:cNvSpPr>
          <p:nvPr/>
        </p:nvSpPr>
        <p:spPr>
          <a:xfrm>
            <a:off x="5050420" y="219921"/>
            <a:ext cx="609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n>
                  <a:solidFill>
                    <a:sysClr val="windowText" lastClr="000000"/>
                  </a:solidFill>
                </a:ln>
                <a:solidFill>
                  <a:srgbClr val="3333FF"/>
                </a:solidFill>
                <a:latin typeface="Arial Black" panose="020B0A04020102020204" pitchFamily="34" charset="0"/>
              </a:rPr>
              <a:t>4. CADASTRANDO DADOS NO BANCO</a:t>
            </a:r>
            <a:endParaRPr lang="pt-BR" sz="3200" b="1" dirty="0">
              <a:ln>
                <a:solidFill>
                  <a:sysClr val="windowText" lastClr="000000"/>
                </a:solidFill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5947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D491C7-3E5B-1972-3BC9-D309F597E1B7}"/>
              </a:ext>
            </a:extLst>
          </p:cNvPr>
          <p:cNvSpPr txBox="1"/>
          <p:nvPr/>
        </p:nvSpPr>
        <p:spPr>
          <a:xfrm>
            <a:off x="666044" y="2890391"/>
            <a:ext cx="108599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BENTO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Evaldo Junior, Desenvolvimento WEB com PHP e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Editora Casa do Código, 2ª Edição,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FFD23A-32E5-1444-161F-6B79F3A46D24}"/>
              </a:ext>
            </a:extLst>
          </p:cNvPr>
          <p:cNvSpPr txBox="1"/>
          <p:nvPr/>
        </p:nvSpPr>
        <p:spPr>
          <a:xfrm>
            <a:off x="423412" y="203482"/>
            <a:ext cx="1077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7 – REFERENCIAS</a:t>
            </a:r>
            <a:endParaRPr lang="pt-BR" sz="32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1069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8F8DB-E9DA-471A-9011-027866A78DAE}"/>
              </a:ext>
            </a:extLst>
          </p:cNvPr>
          <p:cNvSpPr txBox="1"/>
          <p:nvPr/>
        </p:nvSpPr>
        <p:spPr>
          <a:xfrm>
            <a:off x="169412" y="6436585"/>
            <a:ext cx="3456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005CA8"/>
                </a:solidFill>
                <a:latin typeface="Branding Black" panose="00000A00000000000000" pitchFamily="50" charset="0"/>
              </a:rPr>
              <a:t>Prof.s3rgio@gmail.com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ABC419-57D1-DC08-DEDD-10F41CB6B7FD}"/>
              </a:ext>
            </a:extLst>
          </p:cNvPr>
          <p:cNvSpPr txBox="1"/>
          <p:nvPr/>
        </p:nvSpPr>
        <p:spPr>
          <a:xfrm>
            <a:off x="666044" y="1898768"/>
            <a:ext cx="108599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FIM.</a:t>
            </a:r>
          </a:p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854445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5f2b4c-ceff-48b8-acfd-b6c7cb4e26ae" xsi:nil="true"/>
    <lcf76f155ced4ddcb4097134ff3c332f xmlns="230e2427-5d80-4bd2-a9ba-53805cfde8a4">
      <Terms xmlns="http://schemas.microsoft.com/office/infopath/2007/PartnerControls"/>
    </lcf76f155ced4ddcb4097134ff3c332f>
    <SharedWithUsers xmlns="cf5f2b4c-ceff-48b8-acfd-b6c7cb4e26ae">
      <UserInfo>
        <DisplayName>Marcos Paulo Carvalho De Oliveira</DisplayName>
        <AccountId>9264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14CAD5C0D95047AD87A6CEF9A0ED6F" ma:contentTypeVersion="11" ma:contentTypeDescription="Crie um novo documento." ma:contentTypeScope="" ma:versionID="0eaeb304f0019e33f865282dd94b7faa">
  <xsd:schema xmlns:xsd="http://www.w3.org/2001/XMLSchema" xmlns:xs="http://www.w3.org/2001/XMLSchema" xmlns:p="http://schemas.microsoft.com/office/2006/metadata/properties" xmlns:ns2="230e2427-5d80-4bd2-a9ba-53805cfde8a4" xmlns:ns3="cf5f2b4c-ceff-48b8-acfd-b6c7cb4e26ae" targetNamespace="http://schemas.microsoft.com/office/2006/metadata/properties" ma:root="true" ma:fieldsID="9583cfaf6218e9ef312e531a09f9933a" ns2:_="" ns3:_="">
    <xsd:import namespace="230e2427-5d80-4bd2-a9ba-53805cfde8a4"/>
    <xsd:import namespace="cf5f2b4c-ceff-48b8-acfd-b6c7cb4e2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2427-5d80-4bd2-a9ba-53805cfde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f2b4c-ceff-48b8-acfd-b6c7cb4e2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Coluna Global de Taxonomia" ma:hidden="true" ma:list="{1a311de7-e6e4-47ae-b214-720c4e04d295}" ma:internalName="TaxCatchAll" ma:showField="CatchAllData" ma:web="cf5f2b4c-ceff-48b8-acfd-b6c7cb4e2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5A2D76-B89D-43D9-81CC-F73DB603259F}">
  <ds:schemaRefs>
    <ds:schemaRef ds:uri="http://schemas.microsoft.com/office/2006/metadata/properties"/>
    <ds:schemaRef ds:uri="http://schemas.microsoft.com/office/infopath/2007/PartnerControls"/>
    <ds:schemaRef ds:uri="cf5f2b4c-ceff-48b8-acfd-b6c7cb4e26ae"/>
    <ds:schemaRef ds:uri="230e2427-5d80-4bd2-a9ba-53805cfde8a4"/>
    <ds:schemaRef ds:uri="1ca3a96b-b23d-4c07-a046-fd4d14ce6620"/>
    <ds:schemaRef ds:uri="a8a82409-9548-47b3-a351-d7495594f3c8"/>
    <ds:schemaRef ds:uri="10066eb3-b94a-427c-b89d-d16a460a60fc"/>
  </ds:schemaRefs>
</ds:datastoreItem>
</file>

<file path=customXml/itemProps2.xml><?xml version="1.0" encoding="utf-8"?>
<ds:datastoreItem xmlns:ds="http://schemas.openxmlformats.org/officeDocument/2006/customXml" ds:itemID="{CDCD03E9-41C4-42C6-A5E8-47AC9D6E1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e2427-5d80-4bd2-a9ba-53805cfde8a4"/>
    <ds:schemaRef ds:uri="cf5f2b4c-ceff-48b8-acfd-b6c7cb4e2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4C6406-39F0-4F36-B3D7-F12E598C19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12468</TotalTime>
  <Words>3282</Words>
  <Application>Microsoft Office PowerPoint</Application>
  <PresentationFormat>Widescreen</PresentationFormat>
  <Paragraphs>305</Paragraphs>
  <Slides>60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8" baseType="lpstr">
      <vt:lpstr>Arial Black</vt:lpstr>
      <vt:lpstr>Wingdings</vt:lpstr>
      <vt:lpstr>Calibri Light</vt:lpstr>
      <vt:lpstr>Arial</vt:lpstr>
      <vt:lpstr>Branding Black</vt:lpstr>
      <vt:lpstr>Calibri</vt:lpstr>
      <vt:lpstr>Aharoni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Senai</dc:title>
  <dc:creator>Sergio Luiz Da Silveira</dc:creator>
  <cp:lastModifiedBy>Sergio Luiz da Silveira</cp:lastModifiedBy>
  <cp:revision>599</cp:revision>
  <dcterms:created xsi:type="dcterms:W3CDTF">2022-03-17T13:16:59Z</dcterms:created>
  <dcterms:modified xsi:type="dcterms:W3CDTF">2025-07-21T20:25:00Z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0x0101003014CAD5C0D95047AD87A6CEF9A0ED6F</vt:lpwstr>
  </property>
  <property fmtid="{D5CDD505-2E9C-101B-9397-08002B2CF9AE}" pid="3" name="MediaServiceImageTags">
    <vt:lpwstr/>
  </property>
</Properties>
</file>